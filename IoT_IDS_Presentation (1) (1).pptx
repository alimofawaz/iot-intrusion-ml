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95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403" cy="68576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390" y="0"/>
                </a:moveTo>
                <a:lnTo>
                  <a:pt x="0" y="0"/>
                </a:lnTo>
                <a:lnTo>
                  <a:pt x="0" y="6857631"/>
                </a:lnTo>
                <a:lnTo>
                  <a:pt x="6095873" y="6857631"/>
                </a:lnTo>
                <a:lnTo>
                  <a:pt x="12191390" y="6857631"/>
                </a:lnTo>
                <a:lnTo>
                  <a:pt x="12191390" y="0"/>
                </a:lnTo>
                <a:close/>
              </a:path>
            </a:pathLst>
          </a:custGeom>
          <a:solidFill>
            <a:srgbClr val="0A0E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601" y="842746"/>
            <a:ext cx="189725" cy="18901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2555" y="859675"/>
            <a:ext cx="109804" cy="10944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9444" y="842746"/>
            <a:ext cx="189725" cy="18901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39399" y="859675"/>
            <a:ext cx="109804" cy="10944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601" y="5871603"/>
            <a:ext cx="189725" cy="1893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555" y="5888520"/>
            <a:ext cx="109804" cy="10980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9444" y="5871603"/>
            <a:ext cx="189725" cy="18935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39399" y="5888520"/>
            <a:ext cx="109804" cy="10980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80761" y="1393545"/>
            <a:ext cx="1829879" cy="1829892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5226837" y="1416964"/>
            <a:ext cx="1737360" cy="1737360"/>
          </a:xfrm>
          <a:custGeom>
            <a:avLst/>
            <a:gdLst/>
            <a:ahLst/>
            <a:cxnLst/>
            <a:rect l="l" t="t" r="r" b="b"/>
            <a:pathLst>
              <a:path w="1737359" h="1737360">
                <a:moveTo>
                  <a:pt x="868679" y="0"/>
                </a:moveTo>
                <a:lnTo>
                  <a:pt x="817927" y="1474"/>
                </a:lnTo>
                <a:lnTo>
                  <a:pt x="767512" y="5879"/>
                </a:lnTo>
                <a:lnTo>
                  <a:pt x="717559" y="13185"/>
                </a:lnTo>
                <a:lnTo>
                  <a:pt x="668193" y="23362"/>
                </a:lnTo>
                <a:lnTo>
                  <a:pt x="619538" y="36380"/>
                </a:lnTo>
                <a:lnTo>
                  <a:pt x="571719" y="52211"/>
                </a:lnTo>
                <a:lnTo>
                  <a:pt x="524859" y="70824"/>
                </a:lnTo>
                <a:lnTo>
                  <a:pt x="479084" y="92190"/>
                </a:lnTo>
                <a:lnTo>
                  <a:pt x="434517" y="116281"/>
                </a:lnTo>
                <a:lnTo>
                  <a:pt x="391320" y="142944"/>
                </a:lnTo>
                <a:lnTo>
                  <a:pt x="349868" y="171996"/>
                </a:lnTo>
                <a:lnTo>
                  <a:pt x="310254" y="203344"/>
                </a:lnTo>
                <a:lnTo>
                  <a:pt x="272568" y="236898"/>
                </a:lnTo>
                <a:lnTo>
                  <a:pt x="236903" y="272564"/>
                </a:lnTo>
                <a:lnTo>
                  <a:pt x="203350" y="310251"/>
                </a:lnTo>
                <a:lnTo>
                  <a:pt x="172001" y="349867"/>
                </a:lnTo>
                <a:lnTo>
                  <a:pt x="142947" y="391320"/>
                </a:lnTo>
                <a:lnTo>
                  <a:pt x="116281" y="434517"/>
                </a:lnTo>
                <a:lnTo>
                  <a:pt x="92194" y="479084"/>
                </a:lnTo>
                <a:lnTo>
                  <a:pt x="70910" y="524686"/>
                </a:lnTo>
                <a:lnTo>
                  <a:pt x="52216" y="571719"/>
                </a:lnTo>
                <a:lnTo>
                  <a:pt x="36385" y="619538"/>
                </a:lnTo>
                <a:lnTo>
                  <a:pt x="23366" y="668193"/>
                </a:lnTo>
                <a:lnTo>
                  <a:pt x="13188" y="717559"/>
                </a:lnTo>
                <a:lnTo>
                  <a:pt x="5881" y="767512"/>
                </a:lnTo>
                <a:lnTo>
                  <a:pt x="1475" y="817927"/>
                </a:lnTo>
                <a:lnTo>
                  <a:pt x="0" y="868679"/>
                </a:lnTo>
                <a:lnTo>
                  <a:pt x="1475" y="919433"/>
                </a:lnTo>
                <a:lnTo>
                  <a:pt x="5881" y="969851"/>
                </a:lnTo>
                <a:lnTo>
                  <a:pt x="13188" y="1019813"/>
                </a:lnTo>
                <a:lnTo>
                  <a:pt x="23366" y="1069197"/>
                </a:lnTo>
                <a:lnTo>
                  <a:pt x="36385" y="1117882"/>
                </a:lnTo>
                <a:lnTo>
                  <a:pt x="52216" y="1165746"/>
                </a:lnTo>
                <a:lnTo>
                  <a:pt x="70829" y="1212667"/>
                </a:lnTo>
                <a:lnTo>
                  <a:pt x="92194" y="1258525"/>
                </a:lnTo>
                <a:lnTo>
                  <a:pt x="116281" y="1303197"/>
                </a:lnTo>
                <a:lnTo>
                  <a:pt x="142947" y="1346289"/>
                </a:lnTo>
                <a:lnTo>
                  <a:pt x="172001" y="1387658"/>
                </a:lnTo>
                <a:lnTo>
                  <a:pt x="203350" y="1427210"/>
                </a:lnTo>
                <a:lnTo>
                  <a:pt x="236903" y="1464852"/>
                </a:lnTo>
                <a:lnTo>
                  <a:pt x="272568" y="1500487"/>
                </a:lnTo>
                <a:lnTo>
                  <a:pt x="310254" y="1534022"/>
                </a:lnTo>
                <a:lnTo>
                  <a:pt x="349868" y="1565362"/>
                </a:lnTo>
                <a:lnTo>
                  <a:pt x="391320" y="1594412"/>
                </a:lnTo>
                <a:lnTo>
                  <a:pt x="434517" y="1621078"/>
                </a:lnTo>
                <a:lnTo>
                  <a:pt x="479084" y="1645165"/>
                </a:lnTo>
                <a:lnTo>
                  <a:pt x="524859" y="1666530"/>
                </a:lnTo>
                <a:lnTo>
                  <a:pt x="571719" y="1685143"/>
                </a:lnTo>
                <a:lnTo>
                  <a:pt x="619538" y="1700974"/>
                </a:lnTo>
                <a:lnTo>
                  <a:pt x="668193" y="1713993"/>
                </a:lnTo>
                <a:lnTo>
                  <a:pt x="717559" y="1724171"/>
                </a:lnTo>
                <a:lnTo>
                  <a:pt x="767512" y="1731478"/>
                </a:lnTo>
                <a:lnTo>
                  <a:pt x="817927" y="1735884"/>
                </a:lnTo>
                <a:lnTo>
                  <a:pt x="868679" y="1737360"/>
                </a:lnTo>
                <a:lnTo>
                  <a:pt x="919433" y="1735884"/>
                </a:lnTo>
                <a:lnTo>
                  <a:pt x="969851" y="1731478"/>
                </a:lnTo>
                <a:lnTo>
                  <a:pt x="1019813" y="1724171"/>
                </a:lnTo>
                <a:lnTo>
                  <a:pt x="1069197" y="1713993"/>
                </a:lnTo>
                <a:lnTo>
                  <a:pt x="1117882" y="1700974"/>
                </a:lnTo>
                <a:lnTo>
                  <a:pt x="1165746" y="1685143"/>
                </a:lnTo>
                <a:lnTo>
                  <a:pt x="1212667" y="1666530"/>
                </a:lnTo>
                <a:lnTo>
                  <a:pt x="1258525" y="1645165"/>
                </a:lnTo>
                <a:lnTo>
                  <a:pt x="1303197" y="1621078"/>
                </a:lnTo>
                <a:lnTo>
                  <a:pt x="1346289" y="1594412"/>
                </a:lnTo>
                <a:lnTo>
                  <a:pt x="1387659" y="1565362"/>
                </a:lnTo>
                <a:lnTo>
                  <a:pt x="1427213" y="1534022"/>
                </a:lnTo>
                <a:lnTo>
                  <a:pt x="1464856" y="1500487"/>
                </a:lnTo>
                <a:lnTo>
                  <a:pt x="1500492" y="1464852"/>
                </a:lnTo>
                <a:lnTo>
                  <a:pt x="1534028" y="1427210"/>
                </a:lnTo>
                <a:lnTo>
                  <a:pt x="1565367" y="1387658"/>
                </a:lnTo>
                <a:lnTo>
                  <a:pt x="1594416" y="1346289"/>
                </a:lnTo>
                <a:lnTo>
                  <a:pt x="1621078" y="1303197"/>
                </a:lnTo>
                <a:lnTo>
                  <a:pt x="1645169" y="1258525"/>
                </a:lnTo>
                <a:lnTo>
                  <a:pt x="1666535" y="1212667"/>
                </a:lnTo>
                <a:lnTo>
                  <a:pt x="1685148" y="1165746"/>
                </a:lnTo>
                <a:lnTo>
                  <a:pt x="1700979" y="1117882"/>
                </a:lnTo>
                <a:lnTo>
                  <a:pt x="1713997" y="1069197"/>
                </a:lnTo>
                <a:lnTo>
                  <a:pt x="1724174" y="1019813"/>
                </a:lnTo>
                <a:lnTo>
                  <a:pt x="1731480" y="969851"/>
                </a:lnTo>
                <a:lnTo>
                  <a:pt x="1735885" y="919433"/>
                </a:lnTo>
                <a:lnTo>
                  <a:pt x="1737359" y="868679"/>
                </a:lnTo>
                <a:lnTo>
                  <a:pt x="1735885" y="817927"/>
                </a:lnTo>
                <a:lnTo>
                  <a:pt x="1731480" y="767512"/>
                </a:lnTo>
                <a:lnTo>
                  <a:pt x="1724176" y="717559"/>
                </a:lnTo>
                <a:lnTo>
                  <a:pt x="1714004" y="668193"/>
                </a:lnTo>
                <a:lnTo>
                  <a:pt x="1700996" y="619538"/>
                </a:lnTo>
                <a:lnTo>
                  <a:pt x="1685184" y="571719"/>
                </a:lnTo>
                <a:lnTo>
                  <a:pt x="1666604" y="524859"/>
                </a:lnTo>
                <a:lnTo>
                  <a:pt x="1645289" y="479084"/>
                </a:lnTo>
                <a:lnTo>
                  <a:pt x="1621078" y="434149"/>
                </a:lnTo>
                <a:lnTo>
                  <a:pt x="1594416" y="391061"/>
                </a:lnTo>
                <a:lnTo>
                  <a:pt x="1565489" y="349867"/>
                </a:lnTo>
                <a:lnTo>
                  <a:pt x="1534114" y="310251"/>
                </a:lnTo>
                <a:lnTo>
                  <a:pt x="1500549" y="272564"/>
                </a:lnTo>
                <a:lnTo>
                  <a:pt x="1464888" y="236898"/>
                </a:lnTo>
                <a:lnTo>
                  <a:pt x="1427229" y="203344"/>
                </a:lnTo>
                <a:lnTo>
                  <a:pt x="1387664" y="171996"/>
                </a:lnTo>
                <a:lnTo>
                  <a:pt x="1346290" y="142944"/>
                </a:lnTo>
                <a:lnTo>
                  <a:pt x="1303197" y="116281"/>
                </a:lnTo>
                <a:lnTo>
                  <a:pt x="1258525" y="92190"/>
                </a:lnTo>
                <a:lnTo>
                  <a:pt x="1212667" y="70824"/>
                </a:lnTo>
                <a:lnTo>
                  <a:pt x="1165746" y="52211"/>
                </a:lnTo>
                <a:lnTo>
                  <a:pt x="1117882" y="36380"/>
                </a:lnTo>
                <a:lnTo>
                  <a:pt x="1069197" y="23362"/>
                </a:lnTo>
                <a:lnTo>
                  <a:pt x="1019813" y="13185"/>
                </a:lnTo>
                <a:lnTo>
                  <a:pt x="969851" y="5879"/>
                </a:lnTo>
                <a:lnTo>
                  <a:pt x="919433" y="1474"/>
                </a:lnTo>
                <a:lnTo>
                  <a:pt x="868679" y="0"/>
                </a:lnTo>
                <a:close/>
              </a:path>
            </a:pathLst>
          </a:custGeom>
          <a:solidFill>
            <a:srgbClr val="0A0E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226837" y="1416964"/>
            <a:ext cx="1737360" cy="1737360"/>
          </a:xfrm>
          <a:custGeom>
            <a:avLst/>
            <a:gdLst/>
            <a:ahLst/>
            <a:cxnLst/>
            <a:rect l="l" t="t" r="r" b="b"/>
            <a:pathLst>
              <a:path w="1737359" h="1737360">
                <a:moveTo>
                  <a:pt x="0" y="868679"/>
                </a:moveTo>
                <a:lnTo>
                  <a:pt x="1475" y="817927"/>
                </a:lnTo>
                <a:lnTo>
                  <a:pt x="5881" y="767512"/>
                </a:lnTo>
                <a:lnTo>
                  <a:pt x="13188" y="717559"/>
                </a:lnTo>
                <a:lnTo>
                  <a:pt x="23366" y="668193"/>
                </a:lnTo>
                <a:lnTo>
                  <a:pt x="36385" y="619538"/>
                </a:lnTo>
                <a:lnTo>
                  <a:pt x="52216" y="571719"/>
                </a:lnTo>
                <a:lnTo>
                  <a:pt x="70829" y="524859"/>
                </a:lnTo>
                <a:lnTo>
                  <a:pt x="92194" y="479084"/>
                </a:lnTo>
                <a:lnTo>
                  <a:pt x="116281" y="434517"/>
                </a:lnTo>
                <a:lnTo>
                  <a:pt x="142947" y="391320"/>
                </a:lnTo>
                <a:lnTo>
                  <a:pt x="172001" y="349867"/>
                </a:lnTo>
                <a:lnTo>
                  <a:pt x="203350" y="310251"/>
                </a:lnTo>
                <a:lnTo>
                  <a:pt x="236903" y="272564"/>
                </a:lnTo>
                <a:lnTo>
                  <a:pt x="272568" y="236898"/>
                </a:lnTo>
                <a:lnTo>
                  <a:pt x="310254" y="203344"/>
                </a:lnTo>
                <a:lnTo>
                  <a:pt x="349868" y="171996"/>
                </a:lnTo>
                <a:lnTo>
                  <a:pt x="391320" y="142944"/>
                </a:lnTo>
                <a:lnTo>
                  <a:pt x="434517" y="116281"/>
                </a:lnTo>
                <a:lnTo>
                  <a:pt x="479084" y="92190"/>
                </a:lnTo>
                <a:lnTo>
                  <a:pt x="524859" y="70824"/>
                </a:lnTo>
                <a:lnTo>
                  <a:pt x="571719" y="52211"/>
                </a:lnTo>
                <a:lnTo>
                  <a:pt x="619538" y="36380"/>
                </a:lnTo>
                <a:lnTo>
                  <a:pt x="668193" y="23362"/>
                </a:lnTo>
                <a:lnTo>
                  <a:pt x="717559" y="13185"/>
                </a:lnTo>
                <a:lnTo>
                  <a:pt x="767512" y="5879"/>
                </a:lnTo>
                <a:lnTo>
                  <a:pt x="817927" y="1474"/>
                </a:lnTo>
                <a:lnTo>
                  <a:pt x="868679" y="0"/>
                </a:lnTo>
                <a:lnTo>
                  <a:pt x="919433" y="1474"/>
                </a:lnTo>
                <a:lnTo>
                  <a:pt x="969851" y="5879"/>
                </a:lnTo>
                <a:lnTo>
                  <a:pt x="1019813" y="13185"/>
                </a:lnTo>
                <a:lnTo>
                  <a:pt x="1069197" y="23362"/>
                </a:lnTo>
                <a:lnTo>
                  <a:pt x="1117882" y="36380"/>
                </a:lnTo>
                <a:lnTo>
                  <a:pt x="1165746" y="52211"/>
                </a:lnTo>
                <a:lnTo>
                  <a:pt x="1212667" y="70824"/>
                </a:lnTo>
                <a:lnTo>
                  <a:pt x="1258525" y="92190"/>
                </a:lnTo>
                <a:lnTo>
                  <a:pt x="1303197" y="116281"/>
                </a:lnTo>
                <a:lnTo>
                  <a:pt x="1346289" y="142943"/>
                </a:lnTo>
                <a:lnTo>
                  <a:pt x="1387659" y="171992"/>
                </a:lnTo>
                <a:lnTo>
                  <a:pt x="1427213" y="203331"/>
                </a:lnTo>
                <a:lnTo>
                  <a:pt x="1464856" y="236865"/>
                </a:lnTo>
                <a:lnTo>
                  <a:pt x="1500492" y="272501"/>
                </a:lnTo>
                <a:lnTo>
                  <a:pt x="1534028" y="310142"/>
                </a:lnTo>
                <a:lnTo>
                  <a:pt x="1565367" y="349694"/>
                </a:lnTo>
                <a:lnTo>
                  <a:pt x="1594416" y="391061"/>
                </a:lnTo>
                <a:lnTo>
                  <a:pt x="1621078" y="434149"/>
                </a:lnTo>
                <a:lnTo>
                  <a:pt x="1645169" y="478825"/>
                </a:lnTo>
                <a:lnTo>
                  <a:pt x="1666535" y="524686"/>
                </a:lnTo>
                <a:lnTo>
                  <a:pt x="1685148" y="571610"/>
                </a:lnTo>
                <a:lnTo>
                  <a:pt x="1700979" y="619475"/>
                </a:lnTo>
                <a:lnTo>
                  <a:pt x="1713997" y="668161"/>
                </a:lnTo>
                <a:lnTo>
                  <a:pt x="1724174" y="717545"/>
                </a:lnTo>
                <a:lnTo>
                  <a:pt x="1731480" y="767508"/>
                </a:lnTo>
                <a:lnTo>
                  <a:pt x="1735885" y="817926"/>
                </a:lnTo>
                <a:lnTo>
                  <a:pt x="1737359" y="868679"/>
                </a:lnTo>
                <a:lnTo>
                  <a:pt x="1735885" y="919433"/>
                </a:lnTo>
                <a:lnTo>
                  <a:pt x="1731480" y="969851"/>
                </a:lnTo>
                <a:lnTo>
                  <a:pt x="1724174" y="1019813"/>
                </a:lnTo>
                <a:lnTo>
                  <a:pt x="1713997" y="1069197"/>
                </a:lnTo>
                <a:lnTo>
                  <a:pt x="1700979" y="1117882"/>
                </a:lnTo>
                <a:lnTo>
                  <a:pt x="1685148" y="1165746"/>
                </a:lnTo>
                <a:lnTo>
                  <a:pt x="1666535" y="1212667"/>
                </a:lnTo>
                <a:lnTo>
                  <a:pt x="1645169" y="1258525"/>
                </a:lnTo>
                <a:lnTo>
                  <a:pt x="1621078" y="1303197"/>
                </a:lnTo>
                <a:lnTo>
                  <a:pt x="1594416" y="1346289"/>
                </a:lnTo>
                <a:lnTo>
                  <a:pt x="1565367" y="1387658"/>
                </a:lnTo>
                <a:lnTo>
                  <a:pt x="1534028" y="1427210"/>
                </a:lnTo>
                <a:lnTo>
                  <a:pt x="1500492" y="1464852"/>
                </a:lnTo>
                <a:lnTo>
                  <a:pt x="1464856" y="1500487"/>
                </a:lnTo>
                <a:lnTo>
                  <a:pt x="1427213" y="1534022"/>
                </a:lnTo>
                <a:lnTo>
                  <a:pt x="1387659" y="1565362"/>
                </a:lnTo>
                <a:lnTo>
                  <a:pt x="1346289" y="1594412"/>
                </a:lnTo>
                <a:lnTo>
                  <a:pt x="1303197" y="1621078"/>
                </a:lnTo>
                <a:lnTo>
                  <a:pt x="1258525" y="1645165"/>
                </a:lnTo>
                <a:lnTo>
                  <a:pt x="1212667" y="1666530"/>
                </a:lnTo>
                <a:lnTo>
                  <a:pt x="1165746" y="1685143"/>
                </a:lnTo>
                <a:lnTo>
                  <a:pt x="1117882" y="1700974"/>
                </a:lnTo>
                <a:lnTo>
                  <a:pt x="1069197" y="1713993"/>
                </a:lnTo>
                <a:lnTo>
                  <a:pt x="1019813" y="1724171"/>
                </a:lnTo>
                <a:lnTo>
                  <a:pt x="969851" y="1731478"/>
                </a:lnTo>
                <a:lnTo>
                  <a:pt x="919433" y="1735884"/>
                </a:lnTo>
                <a:lnTo>
                  <a:pt x="868679" y="1737360"/>
                </a:lnTo>
                <a:lnTo>
                  <a:pt x="817927" y="1735884"/>
                </a:lnTo>
                <a:lnTo>
                  <a:pt x="767512" y="1731478"/>
                </a:lnTo>
                <a:lnTo>
                  <a:pt x="717559" y="1724171"/>
                </a:lnTo>
                <a:lnTo>
                  <a:pt x="668193" y="1713993"/>
                </a:lnTo>
                <a:lnTo>
                  <a:pt x="619538" y="1700974"/>
                </a:lnTo>
                <a:lnTo>
                  <a:pt x="571719" y="1685143"/>
                </a:lnTo>
                <a:lnTo>
                  <a:pt x="524859" y="1666530"/>
                </a:lnTo>
                <a:lnTo>
                  <a:pt x="479084" y="1645165"/>
                </a:lnTo>
                <a:lnTo>
                  <a:pt x="434517" y="1621078"/>
                </a:lnTo>
                <a:lnTo>
                  <a:pt x="391320" y="1594412"/>
                </a:lnTo>
                <a:lnTo>
                  <a:pt x="349868" y="1565362"/>
                </a:lnTo>
                <a:lnTo>
                  <a:pt x="310254" y="1534022"/>
                </a:lnTo>
                <a:lnTo>
                  <a:pt x="272568" y="1500487"/>
                </a:lnTo>
                <a:lnTo>
                  <a:pt x="236903" y="1464852"/>
                </a:lnTo>
                <a:lnTo>
                  <a:pt x="203350" y="1427210"/>
                </a:lnTo>
                <a:lnTo>
                  <a:pt x="172001" y="1387658"/>
                </a:lnTo>
                <a:lnTo>
                  <a:pt x="142947" y="1346289"/>
                </a:lnTo>
                <a:lnTo>
                  <a:pt x="116281" y="1303197"/>
                </a:lnTo>
                <a:lnTo>
                  <a:pt x="92194" y="1258525"/>
                </a:lnTo>
                <a:lnTo>
                  <a:pt x="70829" y="1212667"/>
                </a:lnTo>
                <a:lnTo>
                  <a:pt x="52216" y="1165746"/>
                </a:lnTo>
                <a:lnTo>
                  <a:pt x="36385" y="1117882"/>
                </a:lnTo>
                <a:lnTo>
                  <a:pt x="23366" y="1069197"/>
                </a:lnTo>
                <a:lnTo>
                  <a:pt x="13188" y="1019813"/>
                </a:lnTo>
                <a:lnTo>
                  <a:pt x="5881" y="969851"/>
                </a:lnTo>
                <a:lnTo>
                  <a:pt x="1475" y="919433"/>
                </a:lnTo>
                <a:lnTo>
                  <a:pt x="0" y="868679"/>
                </a:lnTo>
                <a:close/>
              </a:path>
            </a:pathLst>
          </a:custGeom>
          <a:ln w="12599">
            <a:solidFill>
              <a:srgbClr val="4FA7C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51843" y="1664627"/>
            <a:ext cx="1287716" cy="1287729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5501157" y="1691284"/>
            <a:ext cx="1188720" cy="1188720"/>
          </a:xfrm>
          <a:custGeom>
            <a:avLst/>
            <a:gdLst/>
            <a:ahLst/>
            <a:cxnLst/>
            <a:rect l="l" t="t" r="r" b="b"/>
            <a:pathLst>
              <a:path w="1188720" h="1188720">
                <a:moveTo>
                  <a:pt x="594360" y="0"/>
                </a:moveTo>
                <a:lnTo>
                  <a:pt x="542362" y="2268"/>
                </a:lnTo>
                <a:lnTo>
                  <a:pt x="490963" y="9025"/>
                </a:lnTo>
                <a:lnTo>
                  <a:pt x="440462" y="20202"/>
                </a:lnTo>
                <a:lnTo>
                  <a:pt x="391161" y="35729"/>
                </a:lnTo>
                <a:lnTo>
                  <a:pt x="343360" y="55536"/>
                </a:lnTo>
                <a:lnTo>
                  <a:pt x="297357" y="79552"/>
                </a:lnTo>
                <a:lnTo>
                  <a:pt x="253474" y="107533"/>
                </a:lnTo>
                <a:lnTo>
                  <a:pt x="212332" y="139125"/>
                </a:lnTo>
                <a:lnTo>
                  <a:pt x="174150" y="174097"/>
                </a:lnTo>
                <a:lnTo>
                  <a:pt x="139148" y="212219"/>
                </a:lnTo>
                <a:lnTo>
                  <a:pt x="107547" y="253260"/>
                </a:lnTo>
                <a:lnTo>
                  <a:pt x="79565" y="296989"/>
                </a:lnTo>
                <a:lnTo>
                  <a:pt x="55547" y="343141"/>
                </a:lnTo>
                <a:lnTo>
                  <a:pt x="35738" y="391044"/>
                </a:lnTo>
                <a:lnTo>
                  <a:pt x="20208" y="440407"/>
                </a:lnTo>
                <a:lnTo>
                  <a:pt x="9028" y="490941"/>
                </a:lnTo>
                <a:lnTo>
                  <a:pt x="2268" y="542355"/>
                </a:lnTo>
                <a:lnTo>
                  <a:pt x="0" y="594359"/>
                </a:lnTo>
                <a:lnTo>
                  <a:pt x="2268" y="646359"/>
                </a:lnTo>
                <a:lnTo>
                  <a:pt x="9028" y="697769"/>
                </a:lnTo>
                <a:lnTo>
                  <a:pt x="20208" y="748301"/>
                </a:lnTo>
                <a:lnTo>
                  <a:pt x="35738" y="797663"/>
                </a:lnTo>
                <a:lnTo>
                  <a:pt x="55547" y="845565"/>
                </a:lnTo>
                <a:lnTo>
                  <a:pt x="79565" y="891717"/>
                </a:lnTo>
                <a:lnTo>
                  <a:pt x="107547" y="935446"/>
                </a:lnTo>
                <a:lnTo>
                  <a:pt x="139148" y="976487"/>
                </a:lnTo>
                <a:lnTo>
                  <a:pt x="174150" y="1014609"/>
                </a:lnTo>
                <a:lnTo>
                  <a:pt x="212332" y="1049581"/>
                </a:lnTo>
                <a:lnTo>
                  <a:pt x="253474" y="1081173"/>
                </a:lnTo>
                <a:lnTo>
                  <a:pt x="297357" y="1109154"/>
                </a:lnTo>
                <a:lnTo>
                  <a:pt x="343360" y="1133172"/>
                </a:lnTo>
                <a:lnTo>
                  <a:pt x="391161" y="1152981"/>
                </a:lnTo>
                <a:lnTo>
                  <a:pt x="440462" y="1168511"/>
                </a:lnTo>
                <a:lnTo>
                  <a:pt x="490963" y="1179691"/>
                </a:lnTo>
                <a:lnTo>
                  <a:pt x="542362" y="1186451"/>
                </a:lnTo>
                <a:lnTo>
                  <a:pt x="594360" y="1188719"/>
                </a:lnTo>
                <a:lnTo>
                  <a:pt x="646363" y="1186451"/>
                </a:lnTo>
                <a:lnTo>
                  <a:pt x="697775" y="1179691"/>
                </a:lnTo>
                <a:lnTo>
                  <a:pt x="748306" y="1168511"/>
                </a:lnTo>
                <a:lnTo>
                  <a:pt x="797666" y="1152981"/>
                </a:lnTo>
                <a:lnTo>
                  <a:pt x="845566" y="1133172"/>
                </a:lnTo>
                <a:lnTo>
                  <a:pt x="891717" y="1109154"/>
                </a:lnTo>
                <a:lnTo>
                  <a:pt x="935451" y="1081173"/>
                </a:lnTo>
                <a:lnTo>
                  <a:pt x="976493" y="1049581"/>
                </a:lnTo>
                <a:lnTo>
                  <a:pt x="1014615" y="1014609"/>
                </a:lnTo>
                <a:lnTo>
                  <a:pt x="1049588" y="976487"/>
                </a:lnTo>
                <a:lnTo>
                  <a:pt x="1081181" y="935446"/>
                </a:lnTo>
                <a:lnTo>
                  <a:pt x="1109167" y="891717"/>
                </a:lnTo>
                <a:lnTo>
                  <a:pt x="1133183" y="845565"/>
                </a:lnTo>
                <a:lnTo>
                  <a:pt x="1152990" y="797663"/>
                </a:lnTo>
                <a:lnTo>
                  <a:pt x="1168517" y="748301"/>
                </a:lnTo>
                <a:lnTo>
                  <a:pt x="1179694" y="697769"/>
                </a:lnTo>
                <a:lnTo>
                  <a:pt x="1186451" y="646359"/>
                </a:lnTo>
                <a:lnTo>
                  <a:pt x="1188719" y="594359"/>
                </a:lnTo>
                <a:lnTo>
                  <a:pt x="1186451" y="542355"/>
                </a:lnTo>
                <a:lnTo>
                  <a:pt x="1179694" y="490941"/>
                </a:lnTo>
                <a:lnTo>
                  <a:pt x="1168517" y="440407"/>
                </a:lnTo>
                <a:lnTo>
                  <a:pt x="1152990" y="391044"/>
                </a:lnTo>
                <a:lnTo>
                  <a:pt x="1133183" y="343141"/>
                </a:lnTo>
                <a:lnTo>
                  <a:pt x="1109167" y="296989"/>
                </a:lnTo>
                <a:lnTo>
                  <a:pt x="1081181" y="253260"/>
                </a:lnTo>
                <a:lnTo>
                  <a:pt x="1049588" y="212219"/>
                </a:lnTo>
                <a:lnTo>
                  <a:pt x="1014615" y="174097"/>
                </a:lnTo>
                <a:lnTo>
                  <a:pt x="976493" y="139125"/>
                </a:lnTo>
                <a:lnTo>
                  <a:pt x="935451" y="107533"/>
                </a:lnTo>
                <a:lnTo>
                  <a:pt x="891717" y="79552"/>
                </a:lnTo>
                <a:lnTo>
                  <a:pt x="845566" y="55536"/>
                </a:lnTo>
                <a:lnTo>
                  <a:pt x="797666" y="35729"/>
                </a:lnTo>
                <a:lnTo>
                  <a:pt x="748306" y="20202"/>
                </a:lnTo>
                <a:lnTo>
                  <a:pt x="697775" y="9025"/>
                </a:lnTo>
                <a:lnTo>
                  <a:pt x="646363" y="2268"/>
                </a:lnTo>
                <a:lnTo>
                  <a:pt x="594360" y="0"/>
                </a:lnTo>
                <a:close/>
              </a:path>
            </a:pathLst>
          </a:custGeom>
          <a:solidFill>
            <a:srgbClr val="0A0E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501157" y="1691284"/>
            <a:ext cx="1188720" cy="1188720"/>
          </a:xfrm>
          <a:custGeom>
            <a:avLst/>
            <a:gdLst/>
            <a:ahLst/>
            <a:cxnLst/>
            <a:rect l="l" t="t" r="r" b="b"/>
            <a:pathLst>
              <a:path w="1188720" h="1188720">
                <a:moveTo>
                  <a:pt x="0" y="594359"/>
                </a:moveTo>
                <a:lnTo>
                  <a:pt x="2268" y="542355"/>
                </a:lnTo>
                <a:lnTo>
                  <a:pt x="9028" y="490941"/>
                </a:lnTo>
                <a:lnTo>
                  <a:pt x="20208" y="440407"/>
                </a:lnTo>
                <a:lnTo>
                  <a:pt x="35738" y="391044"/>
                </a:lnTo>
                <a:lnTo>
                  <a:pt x="55547" y="343141"/>
                </a:lnTo>
                <a:lnTo>
                  <a:pt x="79565" y="296989"/>
                </a:lnTo>
                <a:lnTo>
                  <a:pt x="107547" y="253260"/>
                </a:lnTo>
                <a:lnTo>
                  <a:pt x="139148" y="212219"/>
                </a:lnTo>
                <a:lnTo>
                  <a:pt x="174150" y="174097"/>
                </a:lnTo>
                <a:lnTo>
                  <a:pt x="212332" y="139125"/>
                </a:lnTo>
                <a:lnTo>
                  <a:pt x="253474" y="107533"/>
                </a:lnTo>
                <a:lnTo>
                  <a:pt x="297357" y="79552"/>
                </a:lnTo>
                <a:lnTo>
                  <a:pt x="343360" y="55536"/>
                </a:lnTo>
                <a:lnTo>
                  <a:pt x="391161" y="35729"/>
                </a:lnTo>
                <a:lnTo>
                  <a:pt x="440462" y="20202"/>
                </a:lnTo>
                <a:lnTo>
                  <a:pt x="490963" y="9025"/>
                </a:lnTo>
                <a:lnTo>
                  <a:pt x="542362" y="2268"/>
                </a:lnTo>
                <a:lnTo>
                  <a:pt x="594360" y="0"/>
                </a:lnTo>
                <a:lnTo>
                  <a:pt x="646363" y="2268"/>
                </a:lnTo>
                <a:lnTo>
                  <a:pt x="697775" y="9025"/>
                </a:lnTo>
                <a:lnTo>
                  <a:pt x="748306" y="20202"/>
                </a:lnTo>
                <a:lnTo>
                  <a:pt x="797666" y="35729"/>
                </a:lnTo>
                <a:lnTo>
                  <a:pt x="845566" y="55536"/>
                </a:lnTo>
                <a:lnTo>
                  <a:pt x="891717" y="79552"/>
                </a:lnTo>
                <a:lnTo>
                  <a:pt x="935451" y="107533"/>
                </a:lnTo>
                <a:lnTo>
                  <a:pt x="976493" y="139125"/>
                </a:lnTo>
                <a:lnTo>
                  <a:pt x="1014615" y="174097"/>
                </a:lnTo>
                <a:lnTo>
                  <a:pt x="1049588" y="212219"/>
                </a:lnTo>
                <a:lnTo>
                  <a:pt x="1081181" y="253260"/>
                </a:lnTo>
                <a:lnTo>
                  <a:pt x="1109167" y="296989"/>
                </a:lnTo>
                <a:lnTo>
                  <a:pt x="1133183" y="343141"/>
                </a:lnTo>
                <a:lnTo>
                  <a:pt x="1152990" y="391044"/>
                </a:lnTo>
                <a:lnTo>
                  <a:pt x="1168517" y="440407"/>
                </a:lnTo>
                <a:lnTo>
                  <a:pt x="1179694" y="490941"/>
                </a:lnTo>
                <a:lnTo>
                  <a:pt x="1186451" y="542355"/>
                </a:lnTo>
                <a:lnTo>
                  <a:pt x="1188719" y="594359"/>
                </a:lnTo>
                <a:lnTo>
                  <a:pt x="1186451" y="646359"/>
                </a:lnTo>
                <a:lnTo>
                  <a:pt x="1179694" y="697769"/>
                </a:lnTo>
                <a:lnTo>
                  <a:pt x="1168517" y="748301"/>
                </a:lnTo>
                <a:lnTo>
                  <a:pt x="1152990" y="797663"/>
                </a:lnTo>
                <a:lnTo>
                  <a:pt x="1133183" y="845565"/>
                </a:lnTo>
                <a:lnTo>
                  <a:pt x="1109167" y="891717"/>
                </a:lnTo>
                <a:lnTo>
                  <a:pt x="1081181" y="935446"/>
                </a:lnTo>
                <a:lnTo>
                  <a:pt x="1049588" y="976487"/>
                </a:lnTo>
                <a:lnTo>
                  <a:pt x="1014615" y="1014609"/>
                </a:lnTo>
                <a:lnTo>
                  <a:pt x="976493" y="1049581"/>
                </a:lnTo>
                <a:lnTo>
                  <a:pt x="935451" y="1081173"/>
                </a:lnTo>
                <a:lnTo>
                  <a:pt x="891717" y="1109154"/>
                </a:lnTo>
                <a:lnTo>
                  <a:pt x="845566" y="1133172"/>
                </a:lnTo>
                <a:lnTo>
                  <a:pt x="797666" y="1152981"/>
                </a:lnTo>
                <a:lnTo>
                  <a:pt x="748306" y="1168511"/>
                </a:lnTo>
                <a:lnTo>
                  <a:pt x="697775" y="1179691"/>
                </a:lnTo>
                <a:lnTo>
                  <a:pt x="646363" y="1186451"/>
                </a:lnTo>
                <a:lnTo>
                  <a:pt x="594360" y="1188719"/>
                </a:lnTo>
                <a:lnTo>
                  <a:pt x="542362" y="1186451"/>
                </a:lnTo>
                <a:lnTo>
                  <a:pt x="490963" y="1179691"/>
                </a:lnTo>
                <a:lnTo>
                  <a:pt x="440462" y="1168511"/>
                </a:lnTo>
                <a:lnTo>
                  <a:pt x="391161" y="1152981"/>
                </a:lnTo>
                <a:lnTo>
                  <a:pt x="343360" y="1133172"/>
                </a:lnTo>
                <a:lnTo>
                  <a:pt x="297357" y="1109154"/>
                </a:lnTo>
                <a:lnTo>
                  <a:pt x="253474" y="1081173"/>
                </a:lnTo>
                <a:lnTo>
                  <a:pt x="212332" y="1049581"/>
                </a:lnTo>
                <a:lnTo>
                  <a:pt x="174150" y="1014609"/>
                </a:lnTo>
                <a:lnTo>
                  <a:pt x="139148" y="976487"/>
                </a:lnTo>
                <a:lnTo>
                  <a:pt x="107547" y="935446"/>
                </a:lnTo>
                <a:lnTo>
                  <a:pt x="79565" y="891717"/>
                </a:lnTo>
                <a:lnTo>
                  <a:pt x="55547" y="845565"/>
                </a:lnTo>
                <a:lnTo>
                  <a:pt x="35738" y="797663"/>
                </a:lnTo>
                <a:lnTo>
                  <a:pt x="20208" y="748301"/>
                </a:lnTo>
                <a:lnTo>
                  <a:pt x="9028" y="697769"/>
                </a:lnTo>
                <a:lnTo>
                  <a:pt x="2268" y="646359"/>
                </a:lnTo>
                <a:lnTo>
                  <a:pt x="0" y="594359"/>
                </a:lnTo>
                <a:close/>
              </a:path>
            </a:pathLst>
          </a:custGeom>
          <a:ln w="19079">
            <a:solidFill>
              <a:srgbClr val="00D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62879" y="1976018"/>
            <a:ext cx="665276" cy="664946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5802845" y="1992960"/>
            <a:ext cx="585470" cy="585470"/>
          </a:xfrm>
          <a:custGeom>
            <a:avLst/>
            <a:gdLst/>
            <a:ahLst/>
            <a:cxnLst/>
            <a:rect l="l" t="t" r="r" b="b"/>
            <a:pathLst>
              <a:path w="585470" h="585469">
                <a:moveTo>
                  <a:pt x="292671" y="0"/>
                </a:moveTo>
                <a:lnTo>
                  <a:pt x="254345" y="2536"/>
                </a:lnTo>
                <a:lnTo>
                  <a:pt x="216895" y="10034"/>
                </a:lnTo>
                <a:lnTo>
                  <a:pt x="180795" y="22326"/>
                </a:lnTo>
                <a:lnTo>
                  <a:pt x="146519" y="39243"/>
                </a:lnTo>
                <a:lnTo>
                  <a:pt x="114518" y="60507"/>
                </a:lnTo>
                <a:lnTo>
                  <a:pt x="85721" y="85723"/>
                </a:lnTo>
                <a:lnTo>
                  <a:pt x="60502" y="114518"/>
                </a:lnTo>
                <a:lnTo>
                  <a:pt x="39230" y="146519"/>
                </a:lnTo>
                <a:lnTo>
                  <a:pt x="22320" y="180800"/>
                </a:lnTo>
                <a:lnTo>
                  <a:pt x="10033" y="216901"/>
                </a:lnTo>
                <a:lnTo>
                  <a:pt x="2536" y="254353"/>
                </a:lnTo>
                <a:lnTo>
                  <a:pt x="0" y="292684"/>
                </a:lnTo>
                <a:lnTo>
                  <a:pt x="2536" y="331015"/>
                </a:lnTo>
                <a:lnTo>
                  <a:pt x="10033" y="368506"/>
                </a:lnTo>
                <a:lnTo>
                  <a:pt x="22320" y="404716"/>
                </a:lnTo>
                <a:lnTo>
                  <a:pt x="39230" y="439204"/>
                </a:lnTo>
                <a:lnTo>
                  <a:pt x="60502" y="470992"/>
                </a:lnTo>
                <a:lnTo>
                  <a:pt x="85721" y="499679"/>
                </a:lnTo>
                <a:lnTo>
                  <a:pt x="114518" y="524859"/>
                </a:lnTo>
                <a:lnTo>
                  <a:pt x="146519" y="546125"/>
                </a:lnTo>
                <a:lnTo>
                  <a:pt x="180795" y="563035"/>
                </a:lnTo>
                <a:lnTo>
                  <a:pt x="216895" y="575322"/>
                </a:lnTo>
                <a:lnTo>
                  <a:pt x="254345" y="582819"/>
                </a:lnTo>
                <a:lnTo>
                  <a:pt x="292671" y="585355"/>
                </a:lnTo>
                <a:lnTo>
                  <a:pt x="331008" y="582819"/>
                </a:lnTo>
                <a:lnTo>
                  <a:pt x="368498" y="575322"/>
                </a:lnTo>
                <a:lnTo>
                  <a:pt x="404705" y="563035"/>
                </a:lnTo>
                <a:lnTo>
                  <a:pt x="439191" y="546125"/>
                </a:lnTo>
                <a:lnTo>
                  <a:pt x="470987" y="524859"/>
                </a:lnTo>
                <a:lnTo>
                  <a:pt x="499676" y="499679"/>
                </a:lnTo>
                <a:lnTo>
                  <a:pt x="524853" y="470992"/>
                </a:lnTo>
                <a:lnTo>
                  <a:pt x="546112" y="439204"/>
                </a:lnTo>
                <a:lnTo>
                  <a:pt x="563029" y="404716"/>
                </a:lnTo>
                <a:lnTo>
                  <a:pt x="575321" y="368506"/>
                </a:lnTo>
                <a:lnTo>
                  <a:pt x="582819" y="331015"/>
                </a:lnTo>
                <a:lnTo>
                  <a:pt x="585355" y="292684"/>
                </a:lnTo>
                <a:lnTo>
                  <a:pt x="582819" y="254353"/>
                </a:lnTo>
                <a:lnTo>
                  <a:pt x="575321" y="216901"/>
                </a:lnTo>
                <a:lnTo>
                  <a:pt x="563029" y="180800"/>
                </a:lnTo>
                <a:lnTo>
                  <a:pt x="546112" y="146519"/>
                </a:lnTo>
                <a:lnTo>
                  <a:pt x="524853" y="114518"/>
                </a:lnTo>
                <a:lnTo>
                  <a:pt x="499676" y="85723"/>
                </a:lnTo>
                <a:lnTo>
                  <a:pt x="470987" y="60507"/>
                </a:lnTo>
                <a:lnTo>
                  <a:pt x="439191" y="39243"/>
                </a:lnTo>
                <a:lnTo>
                  <a:pt x="404705" y="22326"/>
                </a:lnTo>
                <a:lnTo>
                  <a:pt x="368498" y="10034"/>
                </a:lnTo>
                <a:lnTo>
                  <a:pt x="331008" y="2536"/>
                </a:lnTo>
                <a:lnTo>
                  <a:pt x="292671" y="0"/>
                </a:lnTo>
                <a:close/>
              </a:path>
            </a:pathLst>
          </a:custGeom>
          <a:solidFill>
            <a:srgbClr val="00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64123" y="1308595"/>
            <a:ext cx="262801" cy="262445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04077" y="1325524"/>
            <a:ext cx="182879" cy="182879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32803" y="2177275"/>
            <a:ext cx="262801" cy="26244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72757" y="2194204"/>
            <a:ext cx="182879" cy="18288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64123" y="3045955"/>
            <a:ext cx="262801" cy="262445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04077" y="3062884"/>
            <a:ext cx="182879" cy="18287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95443" y="2177275"/>
            <a:ext cx="262801" cy="262445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35397" y="2194204"/>
            <a:ext cx="182879" cy="1828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403" cy="68576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355" y="-35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390" y="0"/>
                </a:moveTo>
                <a:lnTo>
                  <a:pt x="0" y="0"/>
                </a:lnTo>
                <a:lnTo>
                  <a:pt x="0" y="6857631"/>
                </a:lnTo>
                <a:lnTo>
                  <a:pt x="6095873" y="6857631"/>
                </a:lnTo>
                <a:lnTo>
                  <a:pt x="12191390" y="6857631"/>
                </a:lnTo>
                <a:lnTo>
                  <a:pt x="12191390" y="0"/>
                </a:lnTo>
                <a:close/>
              </a:path>
            </a:pathLst>
          </a:custGeom>
          <a:solidFill>
            <a:srgbClr val="0A0E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584" y="398411"/>
            <a:ext cx="90608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32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12" Type="http://schemas.openxmlformats.org/officeDocument/2006/relationships/image" Target="../media/image9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9.png"/><Relationship Id="rId5" Type="http://schemas.openxmlformats.org/officeDocument/2006/relationships/image" Target="../media/image86.png"/><Relationship Id="rId10" Type="http://schemas.openxmlformats.org/officeDocument/2006/relationships/image" Target="../media/image88.png"/><Relationship Id="rId4" Type="http://schemas.openxmlformats.org/officeDocument/2006/relationships/image" Target="../media/image85.png"/><Relationship Id="rId9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10" Type="http://schemas.openxmlformats.org/officeDocument/2006/relationships/image" Target="../media/image123.png"/><Relationship Id="rId4" Type="http://schemas.openxmlformats.org/officeDocument/2006/relationships/image" Target="../media/image118.png"/><Relationship Id="rId9" Type="http://schemas.openxmlformats.org/officeDocument/2006/relationships/image" Target="../media/image1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8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hyperlink" Target="http://127.0.0.1:8000/docs" TargetMode="External"/><Relationship Id="rId2" Type="http://schemas.openxmlformats.org/officeDocument/2006/relationships/image" Target="../media/image158.png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0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63.png"/><Relationship Id="rId7" Type="http://schemas.openxmlformats.org/officeDocument/2006/relationships/image" Target="../media/image176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10" Type="http://schemas.openxmlformats.org/officeDocument/2006/relationships/image" Target="../media/image179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180.png"/><Relationship Id="rId7" Type="http://schemas.openxmlformats.org/officeDocument/2006/relationships/image" Target="../media/image18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ocalhost:8000/docs" TargetMode="Externa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13655" y="764171"/>
            <a:ext cx="1327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DFFF"/>
                </a:solidFill>
                <a:latin typeface="Calibri"/>
                <a:cs typeface="Calibri"/>
              </a:rPr>
              <a:t>MACHINE</a:t>
            </a:r>
            <a:r>
              <a:rPr sz="1200" b="1" spc="-1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DFFF"/>
                </a:solidFill>
                <a:latin typeface="Calibri"/>
                <a:cs typeface="Calibri"/>
              </a:rPr>
              <a:t>LEARNING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83853" y="764171"/>
            <a:ext cx="1177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 indent="-144780">
              <a:lnSpc>
                <a:spcPct val="100000"/>
              </a:lnSpc>
              <a:spcBef>
                <a:spcPts val="100"/>
              </a:spcBef>
              <a:buChar char="•"/>
              <a:tabLst>
                <a:tab pos="157480" algn="l"/>
              </a:tabLst>
            </a:pPr>
            <a:r>
              <a:rPr sz="1200" b="1" spc="-10" dirty="0">
                <a:solidFill>
                  <a:srgbClr val="00DFFF"/>
                </a:solidFill>
                <a:latin typeface="Calibri"/>
                <a:cs typeface="Calibri"/>
              </a:rPr>
              <a:t>CYBERSECURITY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4664" y="764171"/>
            <a:ext cx="367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 indent="-144780">
              <a:lnSpc>
                <a:spcPct val="100000"/>
              </a:lnSpc>
              <a:spcBef>
                <a:spcPts val="100"/>
              </a:spcBef>
              <a:buChar char="•"/>
              <a:tabLst>
                <a:tab pos="157480" algn="l"/>
              </a:tabLst>
            </a:pPr>
            <a:r>
              <a:rPr sz="1200" b="1" spc="-25" dirty="0">
                <a:solidFill>
                  <a:srgbClr val="00DFFF"/>
                </a:solidFill>
                <a:latin typeface="Calibri"/>
                <a:cs typeface="Calibri"/>
              </a:rPr>
              <a:t>IoT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454" y="3278784"/>
            <a:ext cx="1127760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b="1" dirty="0">
                <a:solidFill>
                  <a:srgbClr val="FFFFFF"/>
                </a:solidFill>
                <a:latin typeface="Calibri"/>
                <a:cs typeface="Calibri"/>
              </a:rPr>
              <a:t>IoT</a:t>
            </a:r>
            <a:r>
              <a:rPr sz="46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600" b="1" dirty="0">
                <a:solidFill>
                  <a:srgbClr val="FFFFFF"/>
                </a:solidFill>
                <a:latin typeface="Calibri"/>
                <a:cs typeface="Calibri"/>
              </a:rPr>
              <a:t>Intrusion</a:t>
            </a:r>
            <a:r>
              <a:rPr sz="4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600" b="1" dirty="0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r>
              <a:rPr sz="4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600" b="1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4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600" b="1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46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600" b="1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9582" y="4513211"/>
            <a:ext cx="59651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9CB2CC"/>
                </a:solidFill>
                <a:latin typeface="Calibri"/>
                <a:cs typeface="Calibri"/>
              </a:rPr>
              <a:t>From</a:t>
            </a:r>
            <a:r>
              <a:rPr sz="2000" i="1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9CB2CC"/>
                </a:solidFill>
                <a:latin typeface="Calibri"/>
                <a:cs typeface="Calibri"/>
              </a:rPr>
              <a:t>baseline</a:t>
            </a:r>
            <a:r>
              <a:rPr sz="2000" i="1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9CB2CC"/>
                </a:solidFill>
                <a:latin typeface="Calibri"/>
                <a:cs typeface="Calibri"/>
              </a:rPr>
              <a:t>classifier</a:t>
            </a:r>
            <a:r>
              <a:rPr sz="2000" i="1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9CB2CC"/>
                </a:solidFill>
                <a:latin typeface="Calibri"/>
                <a:cs typeface="Calibri"/>
              </a:rPr>
              <a:t>to</a:t>
            </a:r>
            <a:r>
              <a:rPr sz="2000" i="1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9CB2CC"/>
                </a:solidFill>
                <a:latin typeface="Calibri"/>
                <a:cs typeface="Calibri"/>
              </a:rPr>
              <a:t>real-</a:t>
            </a:r>
            <a:r>
              <a:rPr sz="2000" i="1" dirty="0">
                <a:solidFill>
                  <a:srgbClr val="9CB2CC"/>
                </a:solidFill>
                <a:latin typeface="Calibri"/>
                <a:cs typeface="Calibri"/>
              </a:rPr>
              <a:t>time</a:t>
            </a:r>
            <a:r>
              <a:rPr sz="2000" i="1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r>
              <a:rPr sz="2000" i="1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9CB2CC"/>
                </a:solidFill>
                <a:latin typeface="Calibri"/>
                <a:cs typeface="Calibri"/>
              </a:rPr>
              <a:t>detection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3999" y="6239154"/>
            <a:ext cx="11183620" cy="89535"/>
            <a:chOff x="503999" y="6239154"/>
            <a:chExt cx="11183620" cy="8953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999" y="6239154"/>
              <a:ext cx="11183404" cy="889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8640" y="6263640"/>
              <a:ext cx="11094720" cy="0"/>
            </a:xfrm>
            <a:custGeom>
              <a:avLst/>
              <a:gdLst/>
              <a:ahLst/>
              <a:cxnLst/>
              <a:rect l="l" t="t" r="r" b="b"/>
              <a:pathLst>
                <a:path w="11094720">
                  <a:moveTo>
                    <a:pt x="0" y="0"/>
                  </a:moveTo>
                  <a:lnTo>
                    <a:pt x="11094123" y="0"/>
                  </a:lnTo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5584" y="6342024"/>
            <a:ext cx="250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Engineering</a:t>
            </a:r>
            <a:r>
              <a:rPr sz="11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Project</a:t>
            </a:r>
            <a:r>
              <a:rPr sz="1100" spc="2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•</a:t>
            </a:r>
            <a:r>
              <a:rPr sz="1100" spc="2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ML</a:t>
            </a:r>
            <a:r>
              <a:rPr sz="11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for</a:t>
            </a:r>
            <a:r>
              <a:rPr sz="11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Cybersecurity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46497" y="6342024"/>
            <a:ext cx="6076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April</a:t>
            </a:r>
            <a:r>
              <a:rPr sz="11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CB2CC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65" dirty="0"/>
              <a:t> </a:t>
            </a:r>
            <a:r>
              <a:rPr dirty="0"/>
              <a:t>IoT</a:t>
            </a:r>
            <a:r>
              <a:rPr spc="-65" dirty="0"/>
              <a:t> </a:t>
            </a:r>
            <a:r>
              <a:rPr dirty="0"/>
              <a:t>security</a:t>
            </a:r>
            <a:r>
              <a:rPr spc="-6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20" dirty="0"/>
              <a:t>hard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439" y="1578584"/>
            <a:ext cx="592455" cy="592455"/>
            <a:chOff x="595439" y="1578584"/>
            <a:chExt cx="592455" cy="5924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1578584"/>
              <a:ext cx="592201" cy="59185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79" y="160019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9" y="160019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57" y="1784502"/>
              <a:ext cx="180365" cy="1800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324" y="1801444"/>
              <a:ext cx="100431" cy="10043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58544" y="1541779"/>
            <a:ext cx="17138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Billions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544" y="1998980"/>
            <a:ext cx="26809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Minimal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9CB2CC"/>
                </a:solidFill>
                <a:latin typeface="Calibri"/>
                <a:cs typeface="Calibri"/>
              </a:rPr>
              <a:t>built-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in</a:t>
            </a:r>
            <a:r>
              <a:rPr sz="13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security,</a:t>
            </a:r>
            <a:r>
              <a:rPr sz="13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rarely</a:t>
            </a:r>
            <a:r>
              <a:rPr sz="13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patched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5439" y="2538704"/>
            <a:ext cx="592455" cy="592455"/>
            <a:chOff x="595439" y="2538704"/>
            <a:chExt cx="592455" cy="5924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2538704"/>
              <a:ext cx="592201" cy="5918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0079" y="25603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19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0079" y="25603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19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57" y="2744622"/>
              <a:ext cx="180365" cy="1800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324" y="2761564"/>
              <a:ext cx="100431" cy="10043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58544" y="2501900"/>
            <a:ext cx="260286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Heterogeneous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traffic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Attacks</a:t>
            </a:r>
            <a:r>
              <a:rPr sz="1300" spc="-5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blend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into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normal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device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noise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5439" y="3498824"/>
            <a:ext cx="592455" cy="592455"/>
            <a:chOff x="595439" y="3498824"/>
            <a:chExt cx="592455" cy="59245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3498824"/>
              <a:ext cx="592201" cy="59185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0079" y="35204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079" y="352043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57" y="3704742"/>
              <a:ext cx="180365" cy="18002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1324" y="3721684"/>
              <a:ext cx="100431" cy="10043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358544" y="3462020"/>
            <a:ext cx="199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Fast-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evolving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threats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5439" y="4458944"/>
            <a:ext cx="592455" cy="592455"/>
            <a:chOff x="595439" y="4458944"/>
            <a:chExt cx="592455" cy="59245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4458944"/>
              <a:ext cx="592201" cy="59185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079" y="44805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19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0079" y="44805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19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357" y="4664862"/>
              <a:ext cx="180365" cy="18002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324" y="4681804"/>
              <a:ext cx="100431" cy="10043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358544" y="3919220"/>
            <a:ext cx="232981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Rule-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based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defenses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can't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keep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9CB2CC"/>
                </a:solidFill>
                <a:latin typeface="Calibri"/>
                <a:cs typeface="Calibri"/>
              </a:rPr>
              <a:t>up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ML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learns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behavior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8544" y="4879340"/>
            <a:ext cx="182816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Detects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patterns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rules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miss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184603" y="2995548"/>
            <a:ext cx="1369695" cy="1369695"/>
            <a:chOff x="8184603" y="2995548"/>
            <a:chExt cx="1369695" cy="1369695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84603" y="2995548"/>
              <a:ext cx="1369441" cy="136908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229244" y="3017164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59" h="1280160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40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80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40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60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917679" y="1216902"/>
                  </a:lnTo>
                  <a:lnTo>
                    <a:pt x="960120" y="1194473"/>
                  </a:lnTo>
                  <a:lnTo>
                    <a:pt x="1000757" y="1168909"/>
                  </a:lnTo>
                  <a:lnTo>
                    <a:pt x="1039261" y="1140454"/>
                  </a:lnTo>
                  <a:lnTo>
                    <a:pt x="1075479" y="1109260"/>
                  </a:lnTo>
                  <a:lnTo>
                    <a:pt x="1109260" y="1075479"/>
                  </a:lnTo>
                  <a:lnTo>
                    <a:pt x="1140454" y="1039261"/>
                  </a:lnTo>
                  <a:lnTo>
                    <a:pt x="1168909" y="1000757"/>
                  </a:lnTo>
                  <a:lnTo>
                    <a:pt x="1194473" y="960119"/>
                  </a:lnTo>
                  <a:lnTo>
                    <a:pt x="1216902" y="917679"/>
                  </a:lnTo>
                  <a:lnTo>
                    <a:pt x="1236020" y="873809"/>
                  </a:lnTo>
                  <a:lnTo>
                    <a:pt x="1251775" y="828712"/>
                  </a:lnTo>
                  <a:lnTo>
                    <a:pt x="1264117" y="782590"/>
                  </a:lnTo>
                  <a:lnTo>
                    <a:pt x="1272996" y="735643"/>
                  </a:lnTo>
                  <a:lnTo>
                    <a:pt x="1278360" y="688072"/>
                  </a:lnTo>
                  <a:lnTo>
                    <a:pt x="1280160" y="640080"/>
                  </a:lnTo>
                  <a:lnTo>
                    <a:pt x="1278360" y="592086"/>
                  </a:lnTo>
                  <a:lnTo>
                    <a:pt x="1272996" y="544514"/>
                  </a:lnTo>
                  <a:lnTo>
                    <a:pt x="1264117" y="497565"/>
                  </a:lnTo>
                  <a:lnTo>
                    <a:pt x="1251775" y="451441"/>
                  </a:lnTo>
                  <a:lnTo>
                    <a:pt x="1236020" y="406344"/>
                  </a:lnTo>
                  <a:lnTo>
                    <a:pt x="1216902" y="362476"/>
                  </a:lnTo>
                  <a:lnTo>
                    <a:pt x="1194473" y="320039"/>
                  </a:lnTo>
                  <a:lnTo>
                    <a:pt x="1168909" y="279397"/>
                  </a:lnTo>
                  <a:lnTo>
                    <a:pt x="1140454" y="240890"/>
                  </a:lnTo>
                  <a:lnTo>
                    <a:pt x="1109260" y="204670"/>
                  </a:lnTo>
                  <a:lnTo>
                    <a:pt x="1075479" y="170887"/>
                  </a:lnTo>
                  <a:lnTo>
                    <a:pt x="1039261" y="139692"/>
                  </a:lnTo>
                  <a:lnTo>
                    <a:pt x="1000757" y="111238"/>
                  </a:lnTo>
                  <a:lnTo>
                    <a:pt x="960120" y="85674"/>
                  </a:lnTo>
                  <a:lnTo>
                    <a:pt x="917679" y="63245"/>
                  </a:lnTo>
                  <a:lnTo>
                    <a:pt x="873809" y="44129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229244" y="3017164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59" h="1280160">
                  <a:moveTo>
                    <a:pt x="0" y="640080"/>
                  </a:moveTo>
                  <a:lnTo>
                    <a:pt x="1798" y="592086"/>
                  </a:lnTo>
                  <a:lnTo>
                    <a:pt x="7161" y="544514"/>
                  </a:lnTo>
                  <a:lnTo>
                    <a:pt x="16037" y="497565"/>
                  </a:lnTo>
                  <a:lnTo>
                    <a:pt x="28376" y="451441"/>
                  </a:lnTo>
                  <a:lnTo>
                    <a:pt x="44129" y="406344"/>
                  </a:lnTo>
                  <a:lnTo>
                    <a:pt x="63245" y="362476"/>
                  </a:lnTo>
                  <a:lnTo>
                    <a:pt x="85674" y="320039"/>
                  </a:lnTo>
                  <a:lnTo>
                    <a:pt x="111238" y="279397"/>
                  </a:lnTo>
                  <a:lnTo>
                    <a:pt x="139692" y="240890"/>
                  </a:lnTo>
                  <a:lnTo>
                    <a:pt x="170887" y="204670"/>
                  </a:lnTo>
                  <a:lnTo>
                    <a:pt x="204670" y="170887"/>
                  </a:lnTo>
                  <a:lnTo>
                    <a:pt x="240890" y="139692"/>
                  </a:lnTo>
                  <a:lnTo>
                    <a:pt x="279397" y="111238"/>
                  </a:lnTo>
                  <a:lnTo>
                    <a:pt x="320040" y="85674"/>
                  </a:lnTo>
                  <a:lnTo>
                    <a:pt x="362476" y="63245"/>
                  </a:lnTo>
                  <a:lnTo>
                    <a:pt x="406344" y="44129"/>
                  </a:lnTo>
                  <a:lnTo>
                    <a:pt x="451441" y="28376"/>
                  </a:lnTo>
                  <a:lnTo>
                    <a:pt x="497565" y="16037"/>
                  </a:lnTo>
                  <a:lnTo>
                    <a:pt x="544514" y="7161"/>
                  </a:lnTo>
                  <a:lnTo>
                    <a:pt x="592086" y="1798"/>
                  </a:lnTo>
                  <a:lnTo>
                    <a:pt x="640079" y="0"/>
                  </a:lnTo>
                  <a:lnTo>
                    <a:pt x="688072" y="1798"/>
                  </a:lnTo>
                  <a:lnTo>
                    <a:pt x="735643" y="7161"/>
                  </a:lnTo>
                  <a:lnTo>
                    <a:pt x="782590" y="16037"/>
                  </a:lnTo>
                  <a:lnTo>
                    <a:pt x="828712" y="28376"/>
                  </a:lnTo>
                  <a:lnTo>
                    <a:pt x="873809" y="44129"/>
                  </a:lnTo>
                  <a:lnTo>
                    <a:pt x="917679" y="63245"/>
                  </a:lnTo>
                  <a:lnTo>
                    <a:pt x="960120" y="85674"/>
                  </a:lnTo>
                  <a:lnTo>
                    <a:pt x="1000757" y="111238"/>
                  </a:lnTo>
                  <a:lnTo>
                    <a:pt x="1039261" y="139692"/>
                  </a:lnTo>
                  <a:lnTo>
                    <a:pt x="1075479" y="170887"/>
                  </a:lnTo>
                  <a:lnTo>
                    <a:pt x="1109260" y="204670"/>
                  </a:lnTo>
                  <a:lnTo>
                    <a:pt x="1140454" y="240890"/>
                  </a:lnTo>
                  <a:lnTo>
                    <a:pt x="1168909" y="279397"/>
                  </a:lnTo>
                  <a:lnTo>
                    <a:pt x="1194473" y="320039"/>
                  </a:lnTo>
                  <a:lnTo>
                    <a:pt x="1216902" y="362476"/>
                  </a:lnTo>
                  <a:lnTo>
                    <a:pt x="1236020" y="406344"/>
                  </a:lnTo>
                  <a:lnTo>
                    <a:pt x="1251775" y="451441"/>
                  </a:lnTo>
                  <a:lnTo>
                    <a:pt x="1264117" y="497565"/>
                  </a:lnTo>
                  <a:lnTo>
                    <a:pt x="1272996" y="544514"/>
                  </a:lnTo>
                  <a:lnTo>
                    <a:pt x="1278360" y="592086"/>
                  </a:lnTo>
                  <a:lnTo>
                    <a:pt x="1280160" y="640080"/>
                  </a:lnTo>
                  <a:lnTo>
                    <a:pt x="1278360" y="688072"/>
                  </a:lnTo>
                  <a:lnTo>
                    <a:pt x="1272996" y="735643"/>
                  </a:lnTo>
                  <a:lnTo>
                    <a:pt x="1264117" y="782590"/>
                  </a:lnTo>
                  <a:lnTo>
                    <a:pt x="1251775" y="828712"/>
                  </a:lnTo>
                  <a:lnTo>
                    <a:pt x="1236020" y="873809"/>
                  </a:lnTo>
                  <a:lnTo>
                    <a:pt x="1216902" y="917679"/>
                  </a:lnTo>
                  <a:lnTo>
                    <a:pt x="1194473" y="960119"/>
                  </a:lnTo>
                  <a:lnTo>
                    <a:pt x="1168909" y="1000757"/>
                  </a:lnTo>
                  <a:lnTo>
                    <a:pt x="1140454" y="1039261"/>
                  </a:lnTo>
                  <a:lnTo>
                    <a:pt x="1109260" y="1075479"/>
                  </a:lnTo>
                  <a:lnTo>
                    <a:pt x="1075479" y="1109260"/>
                  </a:lnTo>
                  <a:lnTo>
                    <a:pt x="1039261" y="1140454"/>
                  </a:lnTo>
                  <a:lnTo>
                    <a:pt x="1000757" y="1168909"/>
                  </a:lnTo>
                  <a:lnTo>
                    <a:pt x="960120" y="1194473"/>
                  </a:lnTo>
                  <a:lnTo>
                    <a:pt x="917679" y="1216902"/>
                  </a:lnTo>
                  <a:lnTo>
                    <a:pt x="873809" y="1236020"/>
                  </a:lnTo>
                  <a:lnTo>
                    <a:pt x="828712" y="1251775"/>
                  </a:lnTo>
                  <a:lnTo>
                    <a:pt x="782590" y="1264117"/>
                  </a:lnTo>
                  <a:lnTo>
                    <a:pt x="735643" y="1272996"/>
                  </a:lnTo>
                  <a:lnTo>
                    <a:pt x="688072" y="1278360"/>
                  </a:lnTo>
                  <a:lnTo>
                    <a:pt x="640079" y="1280160"/>
                  </a:lnTo>
                  <a:lnTo>
                    <a:pt x="592086" y="1278360"/>
                  </a:lnTo>
                  <a:lnTo>
                    <a:pt x="544514" y="1272996"/>
                  </a:lnTo>
                  <a:lnTo>
                    <a:pt x="497565" y="1264117"/>
                  </a:lnTo>
                  <a:lnTo>
                    <a:pt x="451441" y="1251775"/>
                  </a:lnTo>
                  <a:lnTo>
                    <a:pt x="406344" y="1236020"/>
                  </a:lnTo>
                  <a:lnTo>
                    <a:pt x="362476" y="1216902"/>
                  </a:lnTo>
                  <a:lnTo>
                    <a:pt x="320040" y="1194473"/>
                  </a:lnTo>
                  <a:lnTo>
                    <a:pt x="279397" y="1168909"/>
                  </a:lnTo>
                  <a:lnTo>
                    <a:pt x="240890" y="1140454"/>
                  </a:lnTo>
                  <a:lnTo>
                    <a:pt x="204670" y="1109260"/>
                  </a:lnTo>
                  <a:lnTo>
                    <a:pt x="170887" y="1075479"/>
                  </a:lnTo>
                  <a:lnTo>
                    <a:pt x="139692" y="1039261"/>
                  </a:lnTo>
                  <a:lnTo>
                    <a:pt x="111238" y="1000757"/>
                  </a:lnTo>
                  <a:lnTo>
                    <a:pt x="85674" y="960119"/>
                  </a:lnTo>
                  <a:lnTo>
                    <a:pt x="63245" y="917679"/>
                  </a:lnTo>
                  <a:lnTo>
                    <a:pt x="44129" y="873809"/>
                  </a:lnTo>
                  <a:lnTo>
                    <a:pt x="28376" y="828712"/>
                  </a:lnTo>
                  <a:lnTo>
                    <a:pt x="16037" y="782590"/>
                  </a:lnTo>
                  <a:lnTo>
                    <a:pt x="7161" y="735643"/>
                  </a:lnTo>
                  <a:lnTo>
                    <a:pt x="1798" y="688072"/>
                  </a:lnTo>
                  <a:lnTo>
                    <a:pt x="0" y="640080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17877" y="3228835"/>
              <a:ext cx="902881" cy="90252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457844" y="324576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0"/>
                  </a:moveTo>
                  <a:lnTo>
                    <a:pt x="357590" y="3543"/>
                  </a:lnTo>
                  <a:lnTo>
                    <a:pt x="304917" y="14038"/>
                  </a:lnTo>
                  <a:lnTo>
                    <a:pt x="254135" y="31284"/>
                  </a:lnTo>
                  <a:lnTo>
                    <a:pt x="205917" y="55079"/>
                  </a:lnTo>
                  <a:lnTo>
                    <a:pt x="160985" y="85024"/>
                  </a:lnTo>
                  <a:lnTo>
                    <a:pt x="120507" y="120507"/>
                  </a:lnTo>
                  <a:lnTo>
                    <a:pt x="85024" y="160985"/>
                  </a:lnTo>
                  <a:lnTo>
                    <a:pt x="55079" y="205917"/>
                  </a:lnTo>
                  <a:lnTo>
                    <a:pt x="31284" y="254135"/>
                  </a:lnTo>
                  <a:lnTo>
                    <a:pt x="14038" y="304917"/>
                  </a:lnTo>
                  <a:lnTo>
                    <a:pt x="3543" y="357590"/>
                  </a:lnTo>
                  <a:lnTo>
                    <a:pt x="0" y="411480"/>
                  </a:lnTo>
                  <a:lnTo>
                    <a:pt x="3543" y="465369"/>
                  </a:lnTo>
                  <a:lnTo>
                    <a:pt x="14038" y="518082"/>
                  </a:lnTo>
                  <a:lnTo>
                    <a:pt x="31284" y="568972"/>
                  </a:lnTo>
                  <a:lnTo>
                    <a:pt x="55079" y="617397"/>
                  </a:lnTo>
                  <a:lnTo>
                    <a:pt x="85024" y="662122"/>
                  </a:lnTo>
                  <a:lnTo>
                    <a:pt x="120507" y="702492"/>
                  </a:lnTo>
                  <a:lnTo>
                    <a:pt x="160985" y="737936"/>
                  </a:lnTo>
                  <a:lnTo>
                    <a:pt x="205917" y="767880"/>
                  </a:lnTo>
                  <a:lnTo>
                    <a:pt x="254135" y="791670"/>
                  </a:lnTo>
                  <a:lnTo>
                    <a:pt x="304917" y="808916"/>
                  </a:lnTo>
                  <a:lnTo>
                    <a:pt x="357590" y="819415"/>
                  </a:lnTo>
                  <a:lnTo>
                    <a:pt x="411479" y="822960"/>
                  </a:lnTo>
                  <a:lnTo>
                    <a:pt x="465369" y="819415"/>
                  </a:lnTo>
                  <a:lnTo>
                    <a:pt x="518082" y="808916"/>
                  </a:lnTo>
                  <a:lnTo>
                    <a:pt x="568972" y="791670"/>
                  </a:lnTo>
                  <a:lnTo>
                    <a:pt x="617397" y="767880"/>
                  </a:lnTo>
                  <a:lnTo>
                    <a:pt x="662122" y="737936"/>
                  </a:lnTo>
                  <a:lnTo>
                    <a:pt x="702492" y="702492"/>
                  </a:lnTo>
                  <a:lnTo>
                    <a:pt x="737936" y="662122"/>
                  </a:lnTo>
                  <a:lnTo>
                    <a:pt x="767880" y="617397"/>
                  </a:lnTo>
                  <a:lnTo>
                    <a:pt x="791670" y="568972"/>
                  </a:lnTo>
                  <a:lnTo>
                    <a:pt x="808916" y="518082"/>
                  </a:lnTo>
                  <a:lnTo>
                    <a:pt x="819415" y="465369"/>
                  </a:lnTo>
                  <a:lnTo>
                    <a:pt x="822960" y="411480"/>
                  </a:lnTo>
                  <a:lnTo>
                    <a:pt x="819415" y="357590"/>
                  </a:lnTo>
                  <a:lnTo>
                    <a:pt x="808916" y="304917"/>
                  </a:lnTo>
                  <a:lnTo>
                    <a:pt x="791670" y="254135"/>
                  </a:lnTo>
                  <a:lnTo>
                    <a:pt x="767880" y="205917"/>
                  </a:lnTo>
                  <a:lnTo>
                    <a:pt x="737936" y="160985"/>
                  </a:lnTo>
                  <a:lnTo>
                    <a:pt x="702492" y="120507"/>
                  </a:lnTo>
                  <a:lnTo>
                    <a:pt x="662122" y="85024"/>
                  </a:lnTo>
                  <a:lnTo>
                    <a:pt x="617397" y="55079"/>
                  </a:lnTo>
                  <a:lnTo>
                    <a:pt x="568972" y="31284"/>
                  </a:lnTo>
                  <a:lnTo>
                    <a:pt x="518082" y="14038"/>
                  </a:lnTo>
                  <a:lnTo>
                    <a:pt x="465369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691384" y="3492258"/>
            <a:ext cx="355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0A0E1C"/>
                </a:solidFill>
                <a:latin typeface="Calibri"/>
                <a:cs typeface="Calibri"/>
              </a:rPr>
              <a:t>IoT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64363" y="1349628"/>
            <a:ext cx="2650490" cy="2372995"/>
            <a:chOff x="6264363" y="1349628"/>
            <a:chExt cx="2650490" cy="2372995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4363" y="1349628"/>
              <a:ext cx="820800" cy="82044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309004" y="137124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80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80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60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40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80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60" y="731520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39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40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19" y="365760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80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39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309004" y="137124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3143" y="317945"/>
                  </a:lnTo>
                  <a:lnTo>
                    <a:pt x="12463" y="271076"/>
                  </a:lnTo>
                  <a:lnTo>
                    <a:pt x="27790" y="225830"/>
                  </a:lnTo>
                  <a:lnTo>
                    <a:pt x="48958" y="182880"/>
                  </a:lnTo>
                  <a:lnTo>
                    <a:pt x="75604" y="143068"/>
                  </a:lnTo>
                  <a:lnTo>
                    <a:pt x="107141" y="107141"/>
                  </a:lnTo>
                  <a:lnTo>
                    <a:pt x="143068" y="75604"/>
                  </a:lnTo>
                  <a:lnTo>
                    <a:pt x="182880" y="48958"/>
                  </a:lnTo>
                  <a:lnTo>
                    <a:pt x="225830" y="27790"/>
                  </a:lnTo>
                  <a:lnTo>
                    <a:pt x="271076" y="12463"/>
                  </a:lnTo>
                  <a:lnTo>
                    <a:pt x="317945" y="3143"/>
                  </a:lnTo>
                  <a:lnTo>
                    <a:pt x="365760" y="0"/>
                  </a:lnTo>
                  <a:lnTo>
                    <a:pt x="413567" y="3143"/>
                  </a:lnTo>
                  <a:lnTo>
                    <a:pt x="460433" y="12463"/>
                  </a:lnTo>
                  <a:lnTo>
                    <a:pt x="505682" y="27790"/>
                  </a:lnTo>
                  <a:lnTo>
                    <a:pt x="548639" y="48958"/>
                  </a:lnTo>
                  <a:lnTo>
                    <a:pt x="588446" y="75604"/>
                  </a:lnTo>
                  <a:lnTo>
                    <a:pt x="624373" y="107141"/>
                  </a:lnTo>
                  <a:lnTo>
                    <a:pt x="655914" y="143068"/>
                  </a:lnTo>
                  <a:lnTo>
                    <a:pt x="682561" y="182880"/>
                  </a:lnTo>
                  <a:lnTo>
                    <a:pt x="703723" y="225830"/>
                  </a:lnTo>
                  <a:lnTo>
                    <a:pt x="719051" y="271076"/>
                  </a:lnTo>
                  <a:lnTo>
                    <a:pt x="728374" y="317945"/>
                  </a:lnTo>
                  <a:lnTo>
                    <a:pt x="731519" y="365760"/>
                  </a:lnTo>
                  <a:lnTo>
                    <a:pt x="728374" y="413567"/>
                  </a:lnTo>
                  <a:lnTo>
                    <a:pt x="719051" y="460433"/>
                  </a:lnTo>
                  <a:lnTo>
                    <a:pt x="703723" y="505682"/>
                  </a:lnTo>
                  <a:lnTo>
                    <a:pt x="682561" y="548640"/>
                  </a:lnTo>
                  <a:lnTo>
                    <a:pt x="655914" y="588446"/>
                  </a:lnTo>
                  <a:lnTo>
                    <a:pt x="624373" y="624373"/>
                  </a:lnTo>
                  <a:lnTo>
                    <a:pt x="588446" y="655914"/>
                  </a:lnTo>
                  <a:lnTo>
                    <a:pt x="548639" y="682561"/>
                  </a:lnTo>
                  <a:lnTo>
                    <a:pt x="505682" y="703723"/>
                  </a:lnTo>
                  <a:lnTo>
                    <a:pt x="460433" y="719051"/>
                  </a:lnTo>
                  <a:lnTo>
                    <a:pt x="413567" y="728374"/>
                  </a:lnTo>
                  <a:lnTo>
                    <a:pt x="365760" y="731520"/>
                  </a:lnTo>
                  <a:lnTo>
                    <a:pt x="317945" y="728374"/>
                  </a:lnTo>
                  <a:lnTo>
                    <a:pt x="271076" y="719051"/>
                  </a:lnTo>
                  <a:lnTo>
                    <a:pt x="225830" y="703723"/>
                  </a:lnTo>
                  <a:lnTo>
                    <a:pt x="182880" y="682561"/>
                  </a:lnTo>
                  <a:lnTo>
                    <a:pt x="143068" y="655914"/>
                  </a:lnTo>
                  <a:lnTo>
                    <a:pt x="107141" y="624373"/>
                  </a:lnTo>
                  <a:lnTo>
                    <a:pt x="75604" y="588446"/>
                  </a:lnTo>
                  <a:lnTo>
                    <a:pt x="48958" y="548640"/>
                  </a:lnTo>
                  <a:lnTo>
                    <a:pt x="27790" y="505682"/>
                  </a:lnTo>
                  <a:lnTo>
                    <a:pt x="12463" y="460433"/>
                  </a:lnTo>
                  <a:lnTo>
                    <a:pt x="3143" y="413567"/>
                  </a:lnTo>
                  <a:lnTo>
                    <a:pt x="0" y="365760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6001" y="1601266"/>
              <a:ext cx="317525" cy="31716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5955" y="1618195"/>
              <a:ext cx="237604" cy="23760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0123" y="1712874"/>
              <a:ext cx="2284196" cy="200916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674764" y="1737359"/>
              <a:ext cx="2195195" cy="1920239"/>
            </a:xfrm>
            <a:custGeom>
              <a:avLst/>
              <a:gdLst/>
              <a:ahLst/>
              <a:cxnLst/>
              <a:rect l="l" t="t" r="r" b="b"/>
              <a:pathLst>
                <a:path w="2195195" h="1920239">
                  <a:moveTo>
                    <a:pt x="2194915" y="1920239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1A253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528498" y="2135784"/>
            <a:ext cx="2933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Wi-</a:t>
            </a: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Fi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733243" y="1075308"/>
            <a:ext cx="821055" cy="2647315"/>
            <a:chOff x="8733243" y="1075308"/>
            <a:chExt cx="821055" cy="2647315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33243" y="1075308"/>
              <a:ext cx="820801" cy="82044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777884" y="109692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59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79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79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60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39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79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59" y="731519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39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39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20" y="365760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79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39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777884" y="109692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3143" y="317945"/>
                  </a:lnTo>
                  <a:lnTo>
                    <a:pt x="12463" y="271076"/>
                  </a:lnTo>
                  <a:lnTo>
                    <a:pt x="27790" y="225830"/>
                  </a:lnTo>
                  <a:lnTo>
                    <a:pt x="48958" y="182879"/>
                  </a:lnTo>
                  <a:lnTo>
                    <a:pt x="75604" y="143068"/>
                  </a:lnTo>
                  <a:lnTo>
                    <a:pt x="107141" y="107141"/>
                  </a:lnTo>
                  <a:lnTo>
                    <a:pt x="143068" y="75604"/>
                  </a:lnTo>
                  <a:lnTo>
                    <a:pt x="182879" y="48958"/>
                  </a:lnTo>
                  <a:lnTo>
                    <a:pt x="225830" y="27790"/>
                  </a:lnTo>
                  <a:lnTo>
                    <a:pt x="271076" y="12463"/>
                  </a:lnTo>
                  <a:lnTo>
                    <a:pt x="317945" y="3143"/>
                  </a:lnTo>
                  <a:lnTo>
                    <a:pt x="365759" y="0"/>
                  </a:lnTo>
                  <a:lnTo>
                    <a:pt x="413567" y="3143"/>
                  </a:lnTo>
                  <a:lnTo>
                    <a:pt x="460433" y="12463"/>
                  </a:lnTo>
                  <a:lnTo>
                    <a:pt x="505682" y="27790"/>
                  </a:lnTo>
                  <a:lnTo>
                    <a:pt x="548639" y="48958"/>
                  </a:lnTo>
                  <a:lnTo>
                    <a:pt x="588446" y="75604"/>
                  </a:lnTo>
                  <a:lnTo>
                    <a:pt x="624373" y="107141"/>
                  </a:lnTo>
                  <a:lnTo>
                    <a:pt x="655914" y="143068"/>
                  </a:lnTo>
                  <a:lnTo>
                    <a:pt x="682561" y="182879"/>
                  </a:lnTo>
                  <a:lnTo>
                    <a:pt x="703723" y="225830"/>
                  </a:lnTo>
                  <a:lnTo>
                    <a:pt x="719051" y="271076"/>
                  </a:lnTo>
                  <a:lnTo>
                    <a:pt x="728374" y="317945"/>
                  </a:lnTo>
                  <a:lnTo>
                    <a:pt x="731520" y="365760"/>
                  </a:lnTo>
                  <a:lnTo>
                    <a:pt x="728374" y="413567"/>
                  </a:lnTo>
                  <a:lnTo>
                    <a:pt x="719051" y="460433"/>
                  </a:lnTo>
                  <a:lnTo>
                    <a:pt x="703723" y="505682"/>
                  </a:lnTo>
                  <a:lnTo>
                    <a:pt x="682561" y="548639"/>
                  </a:lnTo>
                  <a:lnTo>
                    <a:pt x="655914" y="588446"/>
                  </a:lnTo>
                  <a:lnTo>
                    <a:pt x="624373" y="624373"/>
                  </a:lnTo>
                  <a:lnTo>
                    <a:pt x="588446" y="655914"/>
                  </a:lnTo>
                  <a:lnTo>
                    <a:pt x="548639" y="682561"/>
                  </a:lnTo>
                  <a:lnTo>
                    <a:pt x="505682" y="703723"/>
                  </a:lnTo>
                  <a:lnTo>
                    <a:pt x="460433" y="719051"/>
                  </a:lnTo>
                  <a:lnTo>
                    <a:pt x="413567" y="728374"/>
                  </a:lnTo>
                  <a:lnTo>
                    <a:pt x="365759" y="731519"/>
                  </a:lnTo>
                  <a:lnTo>
                    <a:pt x="317945" y="728374"/>
                  </a:lnTo>
                  <a:lnTo>
                    <a:pt x="271076" y="719051"/>
                  </a:lnTo>
                  <a:lnTo>
                    <a:pt x="225830" y="703723"/>
                  </a:lnTo>
                  <a:lnTo>
                    <a:pt x="182879" y="682561"/>
                  </a:lnTo>
                  <a:lnTo>
                    <a:pt x="143068" y="655914"/>
                  </a:lnTo>
                  <a:lnTo>
                    <a:pt x="107141" y="624373"/>
                  </a:lnTo>
                  <a:lnTo>
                    <a:pt x="75604" y="588446"/>
                  </a:lnTo>
                  <a:lnTo>
                    <a:pt x="48958" y="548639"/>
                  </a:lnTo>
                  <a:lnTo>
                    <a:pt x="27790" y="505682"/>
                  </a:lnTo>
                  <a:lnTo>
                    <a:pt x="12463" y="460433"/>
                  </a:lnTo>
                  <a:lnTo>
                    <a:pt x="3143" y="413567"/>
                  </a:lnTo>
                  <a:lnTo>
                    <a:pt x="0" y="365760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84881" y="1326946"/>
              <a:ext cx="317525" cy="31716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24835" y="1343875"/>
              <a:ext cx="237604" cy="23760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25039" y="1438554"/>
              <a:ext cx="363600" cy="228348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869679" y="1463039"/>
              <a:ext cx="274320" cy="2194560"/>
            </a:xfrm>
            <a:custGeom>
              <a:avLst/>
              <a:gdLst/>
              <a:ahLst/>
              <a:cxnLst/>
              <a:rect l="l" t="t" r="r" b="b"/>
              <a:pathLst>
                <a:path w="274320" h="2194560">
                  <a:moveTo>
                    <a:pt x="0" y="2194560"/>
                  </a:moveTo>
                  <a:lnTo>
                    <a:pt x="274320" y="0"/>
                  </a:lnTo>
                </a:path>
              </a:pathLst>
            </a:custGeom>
            <a:ln w="9359">
              <a:solidFill>
                <a:srgbClr val="1A253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934018" y="1861464"/>
            <a:ext cx="4203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Camera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825039" y="2446908"/>
            <a:ext cx="2649855" cy="1275715"/>
            <a:chOff x="8825039" y="2446908"/>
            <a:chExt cx="2649855" cy="1275715"/>
          </a:xfrm>
        </p:grpSpPr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3484" y="2446908"/>
              <a:ext cx="820801" cy="82044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698124" y="246852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365760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80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79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60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39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80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60" y="731519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40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39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20" y="365760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79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40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698124" y="246852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>
                  <a:moveTo>
                    <a:pt x="0" y="365760"/>
                  </a:moveTo>
                  <a:lnTo>
                    <a:pt x="3143" y="317945"/>
                  </a:lnTo>
                  <a:lnTo>
                    <a:pt x="12463" y="271076"/>
                  </a:lnTo>
                  <a:lnTo>
                    <a:pt x="27790" y="225830"/>
                  </a:lnTo>
                  <a:lnTo>
                    <a:pt x="48958" y="182879"/>
                  </a:lnTo>
                  <a:lnTo>
                    <a:pt x="75604" y="143068"/>
                  </a:lnTo>
                  <a:lnTo>
                    <a:pt x="107141" y="107141"/>
                  </a:lnTo>
                  <a:lnTo>
                    <a:pt x="143068" y="75604"/>
                  </a:lnTo>
                  <a:lnTo>
                    <a:pt x="182880" y="48958"/>
                  </a:lnTo>
                  <a:lnTo>
                    <a:pt x="225830" y="27790"/>
                  </a:lnTo>
                  <a:lnTo>
                    <a:pt x="271076" y="12463"/>
                  </a:lnTo>
                  <a:lnTo>
                    <a:pt x="317945" y="3143"/>
                  </a:lnTo>
                  <a:lnTo>
                    <a:pt x="365760" y="0"/>
                  </a:lnTo>
                  <a:lnTo>
                    <a:pt x="413567" y="3143"/>
                  </a:lnTo>
                  <a:lnTo>
                    <a:pt x="460433" y="12463"/>
                  </a:lnTo>
                  <a:lnTo>
                    <a:pt x="505682" y="27790"/>
                  </a:lnTo>
                  <a:lnTo>
                    <a:pt x="548640" y="48958"/>
                  </a:lnTo>
                  <a:lnTo>
                    <a:pt x="588446" y="75604"/>
                  </a:lnTo>
                  <a:lnTo>
                    <a:pt x="624373" y="107141"/>
                  </a:lnTo>
                  <a:lnTo>
                    <a:pt x="655914" y="143068"/>
                  </a:lnTo>
                  <a:lnTo>
                    <a:pt x="682561" y="182879"/>
                  </a:lnTo>
                  <a:lnTo>
                    <a:pt x="703723" y="225830"/>
                  </a:lnTo>
                  <a:lnTo>
                    <a:pt x="719051" y="271076"/>
                  </a:lnTo>
                  <a:lnTo>
                    <a:pt x="728374" y="317945"/>
                  </a:lnTo>
                  <a:lnTo>
                    <a:pt x="731520" y="365760"/>
                  </a:lnTo>
                  <a:lnTo>
                    <a:pt x="728374" y="413567"/>
                  </a:lnTo>
                  <a:lnTo>
                    <a:pt x="719051" y="460433"/>
                  </a:lnTo>
                  <a:lnTo>
                    <a:pt x="703723" y="505682"/>
                  </a:lnTo>
                  <a:lnTo>
                    <a:pt x="682561" y="548639"/>
                  </a:lnTo>
                  <a:lnTo>
                    <a:pt x="655914" y="588446"/>
                  </a:lnTo>
                  <a:lnTo>
                    <a:pt x="624373" y="624373"/>
                  </a:lnTo>
                  <a:lnTo>
                    <a:pt x="588446" y="655914"/>
                  </a:lnTo>
                  <a:lnTo>
                    <a:pt x="548640" y="682561"/>
                  </a:lnTo>
                  <a:lnTo>
                    <a:pt x="505682" y="703723"/>
                  </a:lnTo>
                  <a:lnTo>
                    <a:pt x="460433" y="719051"/>
                  </a:lnTo>
                  <a:lnTo>
                    <a:pt x="413567" y="728374"/>
                  </a:lnTo>
                  <a:lnTo>
                    <a:pt x="365760" y="731519"/>
                  </a:lnTo>
                  <a:lnTo>
                    <a:pt x="317945" y="728374"/>
                  </a:lnTo>
                  <a:lnTo>
                    <a:pt x="271076" y="719051"/>
                  </a:lnTo>
                  <a:lnTo>
                    <a:pt x="225830" y="703723"/>
                  </a:lnTo>
                  <a:lnTo>
                    <a:pt x="182880" y="682561"/>
                  </a:lnTo>
                  <a:lnTo>
                    <a:pt x="143068" y="655914"/>
                  </a:lnTo>
                  <a:lnTo>
                    <a:pt x="107141" y="624373"/>
                  </a:lnTo>
                  <a:lnTo>
                    <a:pt x="75604" y="588446"/>
                  </a:lnTo>
                  <a:lnTo>
                    <a:pt x="48958" y="548639"/>
                  </a:lnTo>
                  <a:lnTo>
                    <a:pt x="27790" y="505682"/>
                  </a:lnTo>
                  <a:lnTo>
                    <a:pt x="12463" y="460433"/>
                  </a:lnTo>
                  <a:lnTo>
                    <a:pt x="3143" y="413567"/>
                  </a:lnTo>
                  <a:lnTo>
                    <a:pt x="0" y="365760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05121" y="2698546"/>
              <a:ext cx="317525" cy="31716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45076" y="2715475"/>
              <a:ext cx="237604" cy="23760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25039" y="2810154"/>
              <a:ext cx="2283841" cy="91188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8869680" y="2834639"/>
              <a:ext cx="2194560" cy="822960"/>
            </a:xfrm>
            <a:custGeom>
              <a:avLst/>
              <a:gdLst/>
              <a:ahLst/>
              <a:cxnLst/>
              <a:rect l="l" t="t" r="r" b="b"/>
              <a:pathLst>
                <a:path w="2194559" h="822960">
                  <a:moveTo>
                    <a:pt x="0" y="822960"/>
                  </a:moveTo>
                  <a:lnTo>
                    <a:pt x="2194560" y="0"/>
                  </a:lnTo>
                </a:path>
              </a:pathLst>
            </a:custGeom>
            <a:ln w="9359">
              <a:solidFill>
                <a:srgbClr val="1A253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0877295" y="3233064"/>
            <a:ext cx="3733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Sensor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8825039" y="3633114"/>
            <a:ext cx="2466975" cy="1737360"/>
            <a:chOff x="8825039" y="3633114"/>
            <a:chExt cx="2466975" cy="1737360"/>
          </a:xfrm>
        </p:grpSpPr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70604" y="4550028"/>
              <a:ext cx="820801" cy="82044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10515244" y="457164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60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79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80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60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40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79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60" y="731520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40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40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20" y="365760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80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40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515244" y="457164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lnTo>
                    <a:pt x="3143" y="317945"/>
                  </a:lnTo>
                  <a:lnTo>
                    <a:pt x="12463" y="271076"/>
                  </a:lnTo>
                  <a:lnTo>
                    <a:pt x="27790" y="225830"/>
                  </a:lnTo>
                  <a:lnTo>
                    <a:pt x="48958" y="182880"/>
                  </a:lnTo>
                  <a:lnTo>
                    <a:pt x="75604" y="143068"/>
                  </a:lnTo>
                  <a:lnTo>
                    <a:pt x="107141" y="107141"/>
                  </a:lnTo>
                  <a:lnTo>
                    <a:pt x="143068" y="75604"/>
                  </a:lnTo>
                  <a:lnTo>
                    <a:pt x="182879" y="48958"/>
                  </a:lnTo>
                  <a:lnTo>
                    <a:pt x="225830" y="27790"/>
                  </a:lnTo>
                  <a:lnTo>
                    <a:pt x="271076" y="12463"/>
                  </a:lnTo>
                  <a:lnTo>
                    <a:pt x="317945" y="3143"/>
                  </a:lnTo>
                  <a:lnTo>
                    <a:pt x="365760" y="0"/>
                  </a:lnTo>
                  <a:lnTo>
                    <a:pt x="413567" y="3143"/>
                  </a:lnTo>
                  <a:lnTo>
                    <a:pt x="460433" y="12463"/>
                  </a:lnTo>
                  <a:lnTo>
                    <a:pt x="505682" y="27790"/>
                  </a:lnTo>
                  <a:lnTo>
                    <a:pt x="548640" y="48958"/>
                  </a:lnTo>
                  <a:lnTo>
                    <a:pt x="588446" y="75604"/>
                  </a:lnTo>
                  <a:lnTo>
                    <a:pt x="624373" y="107141"/>
                  </a:lnTo>
                  <a:lnTo>
                    <a:pt x="655914" y="143068"/>
                  </a:lnTo>
                  <a:lnTo>
                    <a:pt x="682561" y="182880"/>
                  </a:lnTo>
                  <a:lnTo>
                    <a:pt x="703723" y="225830"/>
                  </a:lnTo>
                  <a:lnTo>
                    <a:pt x="719051" y="271076"/>
                  </a:lnTo>
                  <a:lnTo>
                    <a:pt x="728374" y="317945"/>
                  </a:lnTo>
                  <a:lnTo>
                    <a:pt x="731520" y="365760"/>
                  </a:lnTo>
                  <a:lnTo>
                    <a:pt x="728374" y="413567"/>
                  </a:lnTo>
                  <a:lnTo>
                    <a:pt x="719051" y="460433"/>
                  </a:lnTo>
                  <a:lnTo>
                    <a:pt x="703723" y="505682"/>
                  </a:lnTo>
                  <a:lnTo>
                    <a:pt x="682561" y="548640"/>
                  </a:lnTo>
                  <a:lnTo>
                    <a:pt x="655914" y="588446"/>
                  </a:lnTo>
                  <a:lnTo>
                    <a:pt x="624373" y="624373"/>
                  </a:lnTo>
                  <a:lnTo>
                    <a:pt x="588446" y="655914"/>
                  </a:lnTo>
                  <a:lnTo>
                    <a:pt x="548640" y="682561"/>
                  </a:lnTo>
                  <a:lnTo>
                    <a:pt x="505682" y="703723"/>
                  </a:lnTo>
                  <a:lnTo>
                    <a:pt x="460433" y="719051"/>
                  </a:lnTo>
                  <a:lnTo>
                    <a:pt x="413567" y="728374"/>
                  </a:lnTo>
                  <a:lnTo>
                    <a:pt x="365760" y="731520"/>
                  </a:lnTo>
                  <a:lnTo>
                    <a:pt x="317945" y="728374"/>
                  </a:lnTo>
                  <a:lnTo>
                    <a:pt x="271076" y="719051"/>
                  </a:lnTo>
                  <a:lnTo>
                    <a:pt x="225830" y="703723"/>
                  </a:lnTo>
                  <a:lnTo>
                    <a:pt x="182879" y="682561"/>
                  </a:lnTo>
                  <a:lnTo>
                    <a:pt x="143068" y="655914"/>
                  </a:lnTo>
                  <a:lnTo>
                    <a:pt x="107141" y="624373"/>
                  </a:lnTo>
                  <a:lnTo>
                    <a:pt x="75604" y="588446"/>
                  </a:lnTo>
                  <a:lnTo>
                    <a:pt x="48958" y="548640"/>
                  </a:lnTo>
                  <a:lnTo>
                    <a:pt x="27790" y="505682"/>
                  </a:lnTo>
                  <a:lnTo>
                    <a:pt x="12463" y="460433"/>
                  </a:lnTo>
                  <a:lnTo>
                    <a:pt x="3143" y="413567"/>
                  </a:lnTo>
                  <a:lnTo>
                    <a:pt x="0" y="365760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22241" y="4801666"/>
              <a:ext cx="317525" cy="31716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62195" y="4818595"/>
              <a:ext cx="237604" cy="23760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25039" y="3633114"/>
              <a:ext cx="2100605" cy="136908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8869680" y="3657599"/>
              <a:ext cx="2011680" cy="1280160"/>
            </a:xfrm>
            <a:custGeom>
              <a:avLst/>
              <a:gdLst/>
              <a:ahLst/>
              <a:cxnLst/>
              <a:rect l="l" t="t" r="r" b="b"/>
              <a:pathLst>
                <a:path w="2011679" h="1280160">
                  <a:moveTo>
                    <a:pt x="0" y="0"/>
                  </a:moveTo>
                  <a:lnTo>
                    <a:pt x="2011324" y="1280160"/>
                  </a:lnTo>
                </a:path>
              </a:pathLst>
            </a:custGeom>
            <a:ln w="9359">
              <a:solidFill>
                <a:srgbClr val="1A253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0753102" y="5336184"/>
            <a:ext cx="2565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Lock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8276043" y="3633114"/>
            <a:ext cx="821055" cy="2560320"/>
            <a:chOff x="8276043" y="3633114"/>
            <a:chExt cx="821055" cy="2560320"/>
          </a:xfrm>
        </p:grpSpPr>
        <p:pic>
          <p:nvPicPr>
            <p:cNvPr id="77" name="object 7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6043" y="5372988"/>
              <a:ext cx="820801" cy="820445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8320684" y="539460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59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79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80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60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40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79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59" y="731520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39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40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20" y="365760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80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39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320684" y="539460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lnTo>
                    <a:pt x="3143" y="317945"/>
                  </a:lnTo>
                  <a:lnTo>
                    <a:pt x="12463" y="271076"/>
                  </a:lnTo>
                  <a:lnTo>
                    <a:pt x="27790" y="225830"/>
                  </a:lnTo>
                  <a:lnTo>
                    <a:pt x="48958" y="182880"/>
                  </a:lnTo>
                  <a:lnTo>
                    <a:pt x="75604" y="143068"/>
                  </a:lnTo>
                  <a:lnTo>
                    <a:pt x="107141" y="107141"/>
                  </a:lnTo>
                  <a:lnTo>
                    <a:pt x="143068" y="75604"/>
                  </a:lnTo>
                  <a:lnTo>
                    <a:pt x="182879" y="48958"/>
                  </a:lnTo>
                  <a:lnTo>
                    <a:pt x="225830" y="27790"/>
                  </a:lnTo>
                  <a:lnTo>
                    <a:pt x="271076" y="12463"/>
                  </a:lnTo>
                  <a:lnTo>
                    <a:pt x="317945" y="3143"/>
                  </a:lnTo>
                  <a:lnTo>
                    <a:pt x="365759" y="0"/>
                  </a:lnTo>
                  <a:lnTo>
                    <a:pt x="413567" y="3143"/>
                  </a:lnTo>
                  <a:lnTo>
                    <a:pt x="460433" y="12463"/>
                  </a:lnTo>
                  <a:lnTo>
                    <a:pt x="505682" y="27790"/>
                  </a:lnTo>
                  <a:lnTo>
                    <a:pt x="548639" y="48958"/>
                  </a:lnTo>
                  <a:lnTo>
                    <a:pt x="588446" y="75604"/>
                  </a:lnTo>
                  <a:lnTo>
                    <a:pt x="624373" y="107141"/>
                  </a:lnTo>
                  <a:lnTo>
                    <a:pt x="655914" y="143068"/>
                  </a:lnTo>
                  <a:lnTo>
                    <a:pt x="682561" y="182880"/>
                  </a:lnTo>
                  <a:lnTo>
                    <a:pt x="703723" y="225830"/>
                  </a:lnTo>
                  <a:lnTo>
                    <a:pt x="719051" y="271076"/>
                  </a:lnTo>
                  <a:lnTo>
                    <a:pt x="728374" y="317945"/>
                  </a:lnTo>
                  <a:lnTo>
                    <a:pt x="731520" y="365760"/>
                  </a:lnTo>
                  <a:lnTo>
                    <a:pt x="728374" y="413567"/>
                  </a:lnTo>
                  <a:lnTo>
                    <a:pt x="719051" y="460433"/>
                  </a:lnTo>
                  <a:lnTo>
                    <a:pt x="703723" y="505682"/>
                  </a:lnTo>
                  <a:lnTo>
                    <a:pt x="682561" y="548640"/>
                  </a:lnTo>
                  <a:lnTo>
                    <a:pt x="655914" y="588446"/>
                  </a:lnTo>
                  <a:lnTo>
                    <a:pt x="624373" y="624373"/>
                  </a:lnTo>
                  <a:lnTo>
                    <a:pt x="588446" y="655914"/>
                  </a:lnTo>
                  <a:lnTo>
                    <a:pt x="548639" y="682561"/>
                  </a:lnTo>
                  <a:lnTo>
                    <a:pt x="505682" y="703723"/>
                  </a:lnTo>
                  <a:lnTo>
                    <a:pt x="460433" y="719051"/>
                  </a:lnTo>
                  <a:lnTo>
                    <a:pt x="413567" y="728374"/>
                  </a:lnTo>
                  <a:lnTo>
                    <a:pt x="365759" y="731520"/>
                  </a:lnTo>
                  <a:lnTo>
                    <a:pt x="317945" y="728374"/>
                  </a:lnTo>
                  <a:lnTo>
                    <a:pt x="271076" y="719051"/>
                  </a:lnTo>
                  <a:lnTo>
                    <a:pt x="225830" y="703723"/>
                  </a:lnTo>
                  <a:lnTo>
                    <a:pt x="182879" y="682561"/>
                  </a:lnTo>
                  <a:lnTo>
                    <a:pt x="143068" y="655914"/>
                  </a:lnTo>
                  <a:lnTo>
                    <a:pt x="107141" y="624373"/>
                  </a:lnTo>
                  <a:lnTo>
                    <a:pt x="75604" y="588446"/>
                  </a:lnTo>
                  <a:lnTo>
                    <a:pt x="48958" y="548640"/>
                  </a:lnTo>
                  <a:lnTo>
                    <a:pt x="27790" y="505682"/>
                  </a:lnTo>
                  <a:lnTo>
                    <a:pt x="12463" y="460433"/>
                  </a:lnTo>
                  <a:lnTo>
                    <a:pt x="3143" y="413567"/>
                  </a:lnTo>
                  <a:lnTo>
                    <a:pt x="0" y="365760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27681" y="5624626"/>
              <a:ext cx="317525" cy="31716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7635" y="5641555"/>
              <a:ext cx="237604" cy="23760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42159" y="3633114"/>
              <a:ext cx="272160" cy="2192045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8686799" y="3657599"/>
              <a:ext cx="182880" cy="2103120"/>
            </a:xfrm>
            <a:custGeom>
              <a:avLst/>
              <a:gdLst/>
              <a:ahLst/>
              <a:cxnLst/>
              <a:rect l="l" t="t" r="r" b="b"/>
              <a:pathLst>
                <a:path w="182879" h="2103120">
                  <a:moveTo>
                    <a:pt x="182879" y="0"/>
                  </a:moveTo>
                  <a:lnTo>
                    <a:pt x="0" y="2103120"/>
                  </a:lnTo>
                </a:path>
              </a:pathLst>
            </a:custGeom>
            <a:ln w="9359">
              <a:solidFill>
                <a:srgbClr val="1A253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8558542" y="6159144"/>
            <a:ext cx="2565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Bulb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264363" y="3633114"/>
            <a:ext cx="2650490" cy="1280160"/>
            <a:chOff x="6264363" y="3633114"/>
            <a:chExt cx="2650490" cy="1280160"/>
          </a:xfrm>
        </p:grpSpPr>
        <p:pic>
          <p:nvPicPr>
            <p:cNvPr id="86" name="object 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4363" y="4092828"/>
              <a:ext cx="820800" cy="82044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6309004" y="411444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365760" y="0"/>
                  </a:moveTo>
                  <a:lnTo>
                    <a:pt x="317945" y="3143"/>
                  </a:lnTo>
                  <a:lnTo>
                    <a:pt x="271076" y="12463"/>
                  </a:lnTo>
                  <a:lnTo>
                    <a:pt x="225830" y="27790"/>
                  </a:lnTo>
                  <a:lnTo>
                    <a:pt x="182880" y="48958"/>
                  </a:lnTo>
                  <a:lnTo>
                    <a:pt x="143068" y="75604"/>
                  </a:lnTo>
                  <a:lnTo>
                    <a:pt x="107141" y="107141"/>
                  </a:lnTo>
                  <a:lnTo>
                    <a:pt x="75604" y="143068"/>
                  </a:lnTo>
                  <a:lnTo>
                    <a:pt x="48958" y="182880"/>
                  </a:lnTo>
                  <a:lnTo>
                    <a:pt x="27790" y="225830"/>
                  </a:lnTo>
                  <a:lnTo>
                    <a:pt x="12463" y="271076"/>
                  </a:lnTo>
                  <a:lnTo>
                    <a:pt x="3143" y="317945"/>
                  </a:lnTo>
                  <a:lnTo>
                    <a:pt x="0" y="365760"/>
                  </a:lnTo>
                  <a:lnTo>
                    <a:pt x="3143" y="413567"/>
                  </a:lnTo>
                  <a:lnTo>
                    <a:pt x="12463" y="460433"/>
                  </a:lnTo>
                  <a:lnTo>
                    <a:pt x="27790" y="505682"/>
                  </a:lnTo>
                  <a:lnTo>
                    <a:pt x="48958" y="548640"/>
                  </a:lnTo>
                  <a:lnTo>
                    <a:pt x="75604" y="588446"/>
                  </a:lnTo>
                  <a:lnTo>
                    <a:pt x="107141" y="624373"/>
                  </a:lnTo>
                  <a:lnTo>
                    <a:pt x="143068" y="655914"/>
                  </a:lnTo>
                  <a:lnTo>
                    <a:pt x="182880" y="682561"/>
                  </a:lnTo>
                  <a:lnTo>
                    <a:pt x="225830" y="703723"/>
                  </a:lnTo>
                  <a:lnTo>
                    <a:pt x="271076" y="719051"/>
                  </a:lnTo>
                  <a:lnTo>
                    <a:pt x="317945" y="728374"/>
                  </a:lnTo>
                  <a:lnTo>
                    <a:pt x="365760" y="731520"/>
                  </a:lnTo>
                  <a:lnTo>
                    <a:pt x="413567" y="728374"/>
                  </a:lnTo>
                  <a:lnTo>
                    <a:pt x="460433" y="719051"/>
                  </a:lnTo>
                  <a:lnTo>
                    <a:pt x="505682" y="703723"/>
                  </a:lnTo>
                  <a:lnTo>
                    <a:pt x="548639" y="682561"/>
                  </a:lnTo>
                  <a:lnTo>
                    <a:pt x="588446" y="655914"/>
                  </a:lnTo>
                  <a:lnTo>
                    <a:pt x="624373" y="624373"/>
                  </a:lnTo>
                  <a:lnTo>
                    <a:pt x="655914" y="588446"/>
                  </a:lnTo>
                  <a:lnTo>
                    <a:pt x="682561" y="548640"/>
                  </a:lnTo>
                  <a:lnTo>
                    <a:pt x="703723" y="505682"/>
                  </a:lnTo>
                  <a:lnTo>
                    <a:pt x="719051" y="460433"/>
                  </a:lnTo>
                  <a:lnTo>
                    <a:pt x="728374" y="413567"/>
                  </a:lnTo>
                  <a:lnTo>
                    <a:pt x="731519" y="365760"/>
                  </a:lnTo>
                  <a:lnTo>
                    <a:pt x="728374" y="317945"/>
                  </a:lnTo>
                  <a:lnTo>
                    <a:pt x="719051" y="271076"/>
                  </a:lnTo>
                  <a:lnTo>
                    <a:pt x="703723" y="225830"/>
                  </a:lnTo>
                  <a:lnTo>
                    <a:pt x="682561" y="182880"/>
                  </a:lnTo>
                  <a:lnTo>
                    <a:pt x="655914" y="143068"/>
                  </a:lnTo>
                  <a:lnTo>
                    <a:pt x="624373" y="107141"/>
                  </a:lnTo>
                  <a:lnTo>
                    <a:pt x="588446" y="75604"/>
                  </a:lnTo>
                  <a:lnTo>
                    <a:pt x="548639" y="48958"/>
                  </a:lnTo>
                  <a:lnTo>
                    <a:pt x="505682" y="27790"/>
                  </a:lnTo>
                  <a:lnTo>
                    <a:pt x="460433" y="12463"/>
                  </a:lnTo>
                  <a:lnTo>
                    <a:pt x="413567" y="3143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309004" y="4114444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lnTo>
                    <a:pt x="3143" y="317945"/>
                  </a:lnTo>
                  <a:lnTo>
                    <a:pt x="12463" y="271076"/>
                  </a:lnTo>
                  <a:lnTo>
                    <a:pt x="27790" y="225830"/>
                  </a:lnTo>
                  <a:lnTo>
                    <a:pt x="48958" y="182880"/>
                  </a:lnTo>
                  <a:lnTo>
                    <a:pt x="75604" y="143068"/>
                  </a:lnTo>
                  <a:lnTo>
                    <a:pt x="107141" y="107141"/>
                  </a:lnTo>
                  <a:lnTo>
                    <a:pt x="143068" y="75604"/>
                  </a:lnTo>
                  <a:lnTo>
                    <a:pt x="182880" y="48958"/>
                  </a:lnTo>
                  <a:lnTo>
                    <a:pt x="225830" y="27790"/>
                  </a:lnTo>
                  <a:lnTo>
                    <a:pt x="271076" y="12463"/>
                  </a:lnTo>
                  <a:lnTo>
                    <a:pt x="317945" y="3143"/>
                  </a:lnTo>
                  <a:lnTo>
                    <a:pt x="365760" y="0"/>
                  </a:lnTo>
                  <a:lnTo>
                    <a:pt x="413567" y="3143"/>
                  </a:lnTo>
                  <a:lnTo>
                    <a:pt x="460433" y="12463"/>
                  </a:lnTo>
                  <a:lnTo>
                    <a:pt x="505682" y="27790"/>
                  </a:lnTo>
                  <a:lnTo>
                    <a:pt x="548639" y="48958"/>
                  </a:lnTo>
                  <a:lnTo>
                    <a:pt x="588446" y="75604"/>
                  </a:lnTo>
                  <a:lnTo>
                    <a:pt x="624373" y="107141"/>
                  </a:lnTo>
                  <a:lnTo>
                    <a:pt x="655914" y="143068"/>
                  </a:lnTo>
                  <a:lnTo>
                    <a:pt x="682561" y="182880"/>
                  </a:lnTo>
                  <a:lnTo>
                    <a:pt x="703723" y="225830"/>
                  </a:lnTo>
                  <a:lnTo>
                    <a:pt x="719051" y="271076"/>
                  </a:lnTo>
                  <a:lnTo>
                    <a:pt x="728374" y="317945"/>
                  </a:lnTo>
                  <a:lnTo>
                    <a:pt x="731519" y="365760"/>
                  </a:lnTo>
                  <a:lnTo>
                    <a:pt x="728374" y="413567"/>
                  </a:lnTo>
                  <a:lnTo>
                    <a:pt x="719051" y="460433"/>
                  </a:lnTo>
                  <a:lnTo>
                    <a:pt x="703723" y="505682"/>
                  </a:lnTo>
                  <a:lnTo>
                    <a:pt x="682561" y="548640"/>
                  </a:lnTo>
                  <a:lnTo>
                    <a:pt x="655914" y="588446"/>
                  </a:lnTo>
                  <a:lnTo>
                    <a:pt x="624373" y="624373"/>
                  </a:lnTo>
                  <a:lnTo>
                    <a:pt x="588446" y="655914"/>
                  </a:lnTo>
                  <a:lnTo>
                    <a:pt x="548639" y="682561"/>
                  </a:lnTo>
                  <a:lnTo>
                    <a:pt x="505682" y="703723"/>
                  </a:lnTo>
                  <a:lnTo>
                    <a:pt x="460433" y="719051"/>
                  </a:lnTo>
                  <a:lnTo>
                    <a:pt x="413567" y="728374"/>
                  </a:lnTo>
                  <a:lnTo>
                    <a:pt x="365760" y="731520"/>
                  </a:lnTo>
                  <a:lnTo>
                    <a:pt x="317945" y="728374"/>
                  </a:lnTo>
                  <a:lnTo>
                    <a:pt x="271076" y="719051"/>
                  </a:lnTo>
                  <a:lnTo>
                    <a:pt x="225830" y="703723"/>
                  </a:lnTo>
                  <a:lnTo>
                    <a:pt x="182880" y="682561"/>
                  </a:lnTo>
                  <a:lnTo>
                    <a:pt x="143068" y="655914"/>
                  </a:lnTo>
                  <a:lnTo>
                    <a:pt x="107141" y="624373"/>
                  </a:lnTo>
                  <a:lnTo>
                    <a:pt x="75604" y="588446"/>
                  </a:lnTo>
                  <a:lnTo>
                    <a:pt x="48958" y="548640"/>
                  </a:lnTo>
                  <a:lnTo>
                    <a:pt x="27790" y="505682"/>
                  </a:lnTo>
                  <a:lnTo>
                    <a:pt x="12463" y="460433"/>
                  </a:lnTo>
                  <a:lnTo>
                    <a:pt x="3143" y="413567"/>
                  </a:lnTo>
                  <a:lnTo>
                    <a:pt x="0" y="365760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6001" y="4344466"/>
              <a:ext cx="317525" cy="31716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5955" y="4361395"/>
              <a:ext cx="237604" cy="23760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30123" y="3633114"/>
              <a:ext cx="2284196" cy="91188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674764" y="3657599"/>
              <a:ext cx="2195195" cy="822960"/>
            </a:xfrm>
            <a:custGeom>
              <a:avLst/>
              <a:gdLst/>
              <a:ahLst/>
              <a:cxnLst/>
              <a:rect l="l" t="t" r="r" b="b"/>
              <a:pathLst>
                <a:path w="2195195" h="822960">
                  <a:moveTo>
                    <a:pt x="2194915" y="0"/>
                  </a:moveTo>
                  <a:lnTo>
                    <a:pt x="0" y="822960"/>
                  </a:lnTo>
                </a:path>
              </a:pathLst>
            </a:custGeom>
            <a:ln w="9359">
              <a:solidFill>
                <a:srgbClr val="1A253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6556222" y="4878984"/>
            <a:ext cx="2374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Hub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8893441" y="2469946"/>
            <a:ext cx="1095375" cy="1963420"/>
            <a:chOff x="8893441" y="2469946"/>
            <a:chExt cx="1095375" cy="1963420"/>
          </a:xfrm>
        </p:grpSpPr>
        <p:pic>
          <p:nvPicPr>
            <p:cNvPr id="95" name="object 9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93441" y="2469946"/>
              <a:ext cx="226085" cy="22572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33395" y="2486875"/>
              <a:ext cx="146164" cy="14616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62121" y="4207306"/>
              <a:ext cx="226085" cy="22572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02075" y="4224235"/>
              <a:ext cx="146164" cy="1461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80" dirty="0"/>
              <a:t> </a:t>
            </a:r>
            <a:r>
              <a:rPr dirty="0"/>
              <a:t>raw</a:t>
            </a:r>
            <a:r>
              <a:rPr spc="-80" dirty="0"/>
              <a:t> </a:t>
            </a:r>
            <a:r>
              <a:rPr spc="-20" dirty="0"/>
              <a:t>traffic</a:t>
            </a:r>
            <a:r>
              <a:rPr spc="-8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live</a:t>
            </a:r>
            <a:r>
              <a:rPr spc="-80" dirty="0"/>
              <a:t> </a:t>
            </a:r>
            <a:r>
              <a:rPr spc="-10" dirty="0"/>
              <a:t>predictions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7124" y="1805025"/>
            <a:ext cx="2699385" cy="3201670"/>
            <a:chOff x="357124" y="1805025"/>
            <a:chExt cx="2699385" cy="3201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124" y="1805025"/>
              <a:ext cx="2698915" cy="32014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355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2397239" y="0"/>
                  </a:moveTo>
                  <a:lnTo>
                    <a:pt x="208445" y="0"/>
                  </a:lnTo>
                  <a:lnTo>
                    <a:pt x="181124" y="1804"/>
                  </a:lnTo>
                  <a:lnTo>
                    <a:pt x="128861" y="15789"/>
                  </a:lnTo>
                  <a:lnTo>
                    <a:pt x="81645" y="42928"/>
                  </a:lnTo>
                  <a:lnTo>
                    <a:pt x="43147" y="81327"/>
                  </a:lnTo>
                  <a:lnTo>
                    <a:pt x="15950" y="128549"/>
                  </a:lnTo>
                  <a:lnTo>
                    <a:pt x="1802" y="181142"/>
                  </a:lnTo>
                  <a:lnTo>
                    <a:pt x="0" y="208432"/>
                  </a:lnTo>
                  <a:lnTo>
                    <a:pt x="0" y="2900514"/>
                  </a:lnTo>
                  <a:lnTo>
                    <a:pt x="1781" y="2927506"/>
                  </a:lnTo>
                  <a:lnTo>
                    <a:pt x="1801" y="2927806"/>
                  </a:lnTo>
                  <a:lnTo>
                    <a:pt x="7078" y="2954247"/>
                  </a:lnTo>
                  <a:lnTo>
                    <a:pt x="7113" y="2954424"/>
                  </a:lnTo>
                  <a:lnTo>
                    <a:pt x="15800" y="2980098"/>
                  </a:lnTo>
                  <a:lnTo>
                    <a:pt x="27724" y="3004553"/>
                  </a:lnTo>
                  <a:lnTo>
                    <a:pt x="42941" y="3027314"/>
                  </a:lnTo>
                  <a:lnTo>
                    <a:pt x="60775" y="3047712"/>
                  </a:lnTo>
                  <a:lnTo>
                    <a:pt x="60891" y="3047846"/>
                  </a:lnTo>
                  <a:lnTo>
                    <a:pt x="104051" y="3080880"/>
                  </a:lnTo>
                  <a:lnTo>
                    <a:pt x="154357" y="3101801"/>
                  </a:lnTo>
                  <a:lnTo>
                    <a:pt x="208445" y="3108960"/>
                  </a:lnTo>
                  <a:lnTo>
                    <a:pt x="2397607" y="3108591"/>
                  </a:lnTo>
                  <a:lnTo>
                    <a:pt x="2451512" y="3101484"/>
                  </a:lnTo>
                  <a:lnTo>
                    <a:pt x="2501646" y="3080880"/>
                  </a:lnTo>
                  <a:lnTo>
                    <a:pt x="2544932" y="3047712"/>
                  </a:lnTo>
                  <a:lnTo>
                    <a:pt x="2577960" y="3004553"/>
                  </a:lnTo>
                  <a:lnTo>
                    <a:pt x="2598826" y="2954424"/>
                  </a:lnTo>
                  <a:lnTo>
                    <a:pt x="2604175" y="2927806"/>
                  </a:lnTo>
                  <a:lnTo>
                    <a:pt x="2604235" y="2927506"/>
                  </a:lnTo>
                  <a:lnTo>
                    <a:pt x="2606016" y="2900514"/>
                  </a:lnTo>
                  <a:lnTo>
                    <a:pt x="2606040" y="2900159"/>
                  </a:lnTo>
                  <a:lnTo>
                    <a:pt x="2605684" y="208432"/>
                  </a:lnTo>
                  <a:lnTo>
                    <a:pt x="2598575" y="154527"/>
                  </a:lnTo>
                  <a:lnTo>
                    <a:pt x="2577960" y="104394"/>
                  </a:lnTo>
                  <a:lnTo>
                    <a:pt x="2544799" y="61107"/>
                  </a:lnTo>
                  <a:lnTo>
                    <a:pt x="2501646" y="28079"/>
                  </a:lnTo>
                  <a:lnTo>
                    <a:pt x="2451333" y="7153"/>
                  </a:lnTo>
                  <a:lnTo>
                    <a:pt x="2424591" y="1804"/>
                  </a:lnTo>
                  <a:lnTo>
                    <a:pt x="239723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355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0" y="208432"/>
                  </a:moveTo>
                  <a:lnTo>
                    <a:pt x="1806" y="181085"/>
                  </a:lnTo>
                  <a:lnTo>
                    <a:pt x="7158" y="154344"/>
                  </a:lnTo>
                  <a:lnTo>
                    <a:pt x="28079" y="104038"/>
                  </a:lnTo>
                  <a:lnTo>
                    <a:pt x="61113" y="60879"/>
                  </a:lnTo>
                  <a:lnTo>
                    <a:pt x="104406" y="27711"/>
                  </a:lnTo>
                  <a:lnTo>
                    <a:pt x="154535" y="7107"/>
                  </a:lnTo>
                  <a:lnTo>
                    <a:pt x="208445" y="0"/>
                  </a:lnTo>
                  <a:lnTo>
                    <a:pt x="2397239" y="0"/>
                  </a:lnTo>
                  <a:lnTo>
                    <a:pt x="2451333" y="7153"/>
                  </a:lnTo>
                  <a:lnTo>
                    <a:pt x="2501646" y="28079"/>
                  </a:lnTo>
                  <a:lnTo>
                    <a:pt x="2544799" y="61107"/>
                  </a:lnTo>
                  <a:lnTo>
                    <a:pt x="2577960" y="104394"/>
                  </a:lnTo>
                  <a:lnTo>
                    <a:pt x="2598575" y="154527"/>
                  </a:lnTo>
                  <a:lnTo>
                    <a:pt x="2605684" y="208432"/>
                  </a:lnTo>
                  <a:lnTo>
                    <a:pt x="2606040" y="2900159"/>
                  </a:lnTo>
                  <a:lnTo>
                    <a:pt x="2604235" y="2927506"/>
                  </a:lnTo>
                  <a:lnTo>
                    <a:pt x="2598886" y="2954247"/>
                  </a:lnTo>
                  <a:lnTo>
                    <a:pt x="2577960" y="3004553"/>
                  </a:lnTo>
                  <a:lnTo>
                    <a:pt x="2544932" y="3047712"/>
                  </a:lnTo>
                  <a:lnTo>
                    <a:pt x="2501646" y="3080880"/>
                  </a:lnTo>
                  <a:lnTo>
                    <a:pt x="2451512" y="3101484"/>
                  </a:lnTo>
                  <a:lnTo>
                    <a:pt x="2397607" y="3108591"/>
                  </a:lnTo>
                  <a:lnTo>
                    <a:pt x="208445" y="3108960"/>
                  </a:lnTo>
                  <a:lnTo>
                    <a:pt x="154357" y="3101801"/>
                  </a:lnTo>
                  <a:lnTo>
                    <a:pt x="104051" y="3080880"/>
                  </a:lnTo>
                  <a:lnTo>
                    <a:pt x="60891" y="3047846"/>
                  </a:lnTo>
                  <a:lnTo>
                    <a:pt x="27724" y="3004553"/>
                  </a:lnTo>
                  <a:lnTo>
                    <a:pt x="7113" y="2954424"/>
                  </a:lnTo>
                  <a:lnTo>
                    <a:pt x="0" y="2900514"/>
                  </a:lnTo>
                  <a:lnTo>
                    <a:pt x="0" y="20843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201" y="2040470"/>
              <a:ext cx="582841" cy="5824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2155" y="2057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50" y="0"/>
                  </a:moveTo>
                  <a:lnTo>
                    <a:pt x="186350" y="8504"/>
                  </a:lnTo>
                  <a:lnTo>
                    <a:pt x="125641" y="33477"/>
                  </a:lnTo>
                  <a:lnTo>
                    <a:pt x="73671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7" y="404328"/>
                  </a:lnTo>
                  <a:lnTo>
                    <a:pt x="98291" y="450777"/>
                  </a:lnTo>
                  <a:lnTo>
                    <a:pt x="155202" y="483631"/>
                  </a:lnTo>
                  <a:lnTo>
                    <a:pt x="218645" y="500721"/>
                  </a:lnTo>
                  <a:lnTo>
                    <a:pt x="251650" y="502920"/>
                  </a:lnTo>
                  <a:lnTo>
                    <a:pt x="284442" y="500721"/>
                  </a:lnTo>
                  <a:lnTo>
                    <a:pt x="347730" y="483631"/>
                  </a:lnTo>
                  <a:lnTo>
                    <a:pt x="404636" y="450777"/>
                  </a:lnTo>
                  <a:lnTo>
                    <a:pt x="450845" y="404328"/>
                  </a:lnTo>
                  <a:lnTo>
                    <a:pt x="483787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7" y="155145"/>
                  </a:lnTo>
                  <a:lnTo>
                    <a:pt x="450845" y="98228"/>
                  </a:lnTo>
                  <a:lnTo>
                    <a:pt x="404636" y="51774"/>
                  </a:lnTo>
                  <a:lnTo>
                    <a:pt x="347730" y="18982"/>
                  </a:lnTo>
                  <a:lnTo>
                    <a:pt x="284442" y="2142"/>
                  </a:lnTo>
                  <a:lnTo>
                    <a:pt x="25165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80745" y="218941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A0E1C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175" y="2730144"/>
            <a:ext cx="56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175" y="3324504"/>
            <a:ext cx="11963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1M+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flow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records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93758" y="1805025"/>
            <a:ext cx="2988945" cy="3201670"/>
            <a:chOff x="2993758" y="1805025"/>
            <a:chExt cx="2988945" cy="320167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3758" y="3325304"/>
              <a:ext cx="339115" cy="1562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46323" y="3383280"/>
              <a:ext cx="175260" cy="0"/>
            </a:xfrm>
            <a:custGeom>
              <a:avLst/>
              <a:gdLst/>
              <a:ahLst/>
              <a:cxnLst/>
              <a:rect l="l" t="t" r="r" b="b"/>
              <a:pathLst>
                <a:path w="175260">
                  <a:moveTo>
                    <a:pt x="0" y="0"/>
                  </a:moveTo>
                  <a:lnTo>
                    <a:pt x="174955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16236" y="334511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83204" y="1805025"/>
              <a:ext cx="2698915" cy="320149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2963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2397239" y="0"/>
                  </a:moveTo>
                  <a:lnTo>
                    <a:pt x="208445" y="0"/>
                  </a:lnTo>
                  <a:lnTo>
                    <a:pt x="181124" y="1804"/>
                  </a:lnTo>
                  <a:lnTo>
                    <a:pt x="128861" y="15789"/>
                  </a:lnTo>
                  <a:lnTo>
                    <a:pt x="81645" y="42928"/>
                  </a:lnTo>
                  <a:lnTo>
                    <a:pt x="43147" y="81327"/>
                  </a:lnTo>
                  <a:lnTo>
                    <a:pt x="15950" y="128549"/>
                  </a:lnTo>
                  <a:lnTo>
                    <a:pt x="1802" y="181142"/>
                  </a:lnTo>
                  <a:lnTo>
                    <a:pt x="0" y="208432"/>
                  </a:lnTo>
                  <a:lnTo>
                    <a:pt x="0" y="2900514"/>
                  </a:lnTo>
                  <a:lnTo>
                    <a:pt x="7078" y="2954247"/>
                  </a:lnTo>
                  <a:lnTo>
                    <a:pt x="27724" y="3004553"/>
                  </a:lnTo>
                  <a:lnTo>
                    <a:pt x="60775" y="3047712"/>
                  </a:lnTo>
                  <a:lnTo>
                    <a:pt x="60891" y="3047846"/>
                  </a:lnTo>
                  <a:lnTo>
                    <a:pt x="104051" y="3080880"/>
                  </a:lnTo>
                  <a:lnTo>
                    <a:pt x="154357" y="3101801"/>
                  </a:lnTo>
                  <a:lnTo>
                    <a:pt x="208445" y="3108960"/>
                  </a:lnTo>
                  <a:lnTo>
                    <a:pt x="2397607" y="3108591"/>
                  </a:lnTo>
                  <a:lnTo>
                    <a:pt x="2451512" y="3101484"/>
                  </a:lnTo>
                  <a:lnTo>
                    <a:pt x="2501646" y="3080880"/>
                  </a:lnTo>
                  <a:lnTo>
                    <a:pt x="2544932" y="3047712"/>
                  </a:lnTo>
                  <a:lnTo>
                    <a:pt x="2577960" y="3004553"/>
                  </a:lnTo>
                  <a:lnTo>
                    <a:pt x="2598826" y="2954424"/>
                  </a:lnTo>
                  <a:lnTo>
                    <a:pt x="2606016" y="2900514"/>
                  </a:lnTo>
                  <a:lnTo>
                    <a:pt x="2606040" y="2900159"/>
                  </a:lnTo>
                  <a:lnTo>
                    <a:pt x="2605684" y="208432"/>
                  </a:lnTo>
                  <a:lnTo>
                    <a:pt x="2598575" y="154527"/>
                  </a:lnTo>
                  <a:lnTo>
                    <a:pt x="2577960" y="104394"/>
                  </a:lnTo>
                  <a:lnTo>
                    <a:pt x="2544799" y="61107"/>
                  </a:lnTo>
                  <a:lnTo>
                    <a:pt x="2501646" y="28079"/>
                  </a:lnTo>
                  <a:lnTo>
                    <a:pt x="2451333" y="7153"/>
                  </a:lnTo>
                  <a:lnTo>
                    <a:pt x="2424591" y="1804"/>
                  </a:lnTo>
                  <a:lnTo>
                    <a:pt x="239723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2963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0" y="208432"/>
                  </a:moveTo>
                  <a:lnTo>
                    <a:pt x="1806" y="181085"/>
                  </a:lnTo>
                  <a:lnTo>
                    <a:pt x="7158" y="154344"/>
                  </a:lnTo>
                  <a:lnTo>
                    <a:pt x="28079" y="104038"/>
                  </a:lnTo>
                  <a:lnTo>
                    <a:pt x="61113" y="60879"/>
                  </a:lnTo>
                  <a:lnTo>
                    <a:pt x="104406" y="27711"/>
                  </a:lnTo>
                  <a:lnTo>
                    <a:pt x="154535" y="7107"/>
                  </a:lnTo>
                  <a:lnTo>
                    <a:pt x="208445" y="0"/>
                  </a:lnTo>
                  <a:lnTo>
                    <a:pt x="2397239" y="0"/>
                  </a:lnTo>
                  <a:lnTo>
                    <a:pt x="2451333" y="7153"/>
                  </a:lnTo>
                  <a:lnTo>
                    <a:pt x="2501646" y="28079"/>
                  </a:lnTo>
                  <a:lnTo>
                    <a:pt x="2544799" y="61107"/>
                  </a:lnTo>
                  <a:lnTo>
                    <a:pt x="2577960" y="104394"/>
                  </a:lnTo>
                  <a:lnTo>
                    <a:pt x="2598575" y="154527"/>
                  </a:lnTo>
                  <a:lnTo>
                    <a:pt x="2605684" y="208432"/>
                  </a:lnTo>
                  <a:lnTo>
                    <a:pt x="2606040" y="2900159"/>
                  </a:lnTo>
                  <a:lnTo>
                    <a:pt x="2604235" y="2927506"/>
                  </a:lnTo>
                  <a:lnTo>
                    <a:pt x="2598886" y="2954247"/>
                  </a:lnTo>
                  <a:lnTo>
                    <a:pt x="2577960" y="3004553"/>
                  </a:lnTo>
                  <a:lnTo>
                    <a:pt x="2544932" y="3047712"/>
                  </a:lnTo>
                  <a:lnTo>
                    <a:pt x="2501646" y="3080880"/>
                  </a:lnTo>
                  <a:lnTo>
                    <a:pt x="2451512" y="3101484"/>
                  </a:lnTo>
                  <a:lnTo>
                    <a:pt x="2397607" y="3108591"/>
                  </a:lnTo>
                  <a:lnTo>
                    <a:pt x="208445" y="3108960"/>
                  </a:lnTo>
                  <a:lnTo>
                    <a:pt x="154357" y="3101801"/>
                  </a:lnTo>
                  <a:lnTo>
                    <a:pt x="104051" y="3080880"/>
                  </a:lnTo>
                  <a:lnTo>
                    <a:pt x="60891" y="3047846"/>
                  </a:lnTo>
                  <a:lnTo>
                    <a:pt x="27724" y="3004553"/>
                  </a:lnTo>
                  <a:lnTo>
                    <a:pt x="7113" y="2954424"/>
                  </a:lnTo>
                  <a:lnTo>
                    <a:pt x="0" y="2900514"/>
                  </a:lnTo>
                  <a:lnTo>
                    <a:pt x="0" y="20843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8281" y="2040470"/>
              <a:ext cx="582841" cy="5824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58235" y="2057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50" y="0"/>
                  </a:moveTo>
                  <a:lnTo>
                    <a:pt x="186350" y="8504"/>
                  </a:lnTo>
                  <a:lnTo>
                    <a:pt x="125641" y="33477"/>
                  </a:lnTo>
                  <a:lnTo>
                    <a:pt x="73671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7" y="404328"/>
                  </a:lnTo>
                  <a:lnTo>
                    <a:pt x="98291" y="450777"/>
                  </a:lnTo>
                  <a:lnTo>
                    <a:pt x="155202" y="483631"/>
                  </a:lnTo>
                  <a:lnTo>
                    <a:pt x="218645" y="500721"/>
                  </a:lnTo>
                  <a:lnTo>
                    <a:pt x="251650" y="502920"/>
                  </a:lnTo>
                  <a:lnTo>
                    <a:pt x="284442" y="500721"/>
                  </a:lnTo>
                  <a:lnTo>
                    <a:pt x="347730" y="483631"/>
                  </a:lnTo>
                  <a:lnTo>
                    <a:pt x="404636" y="450777"/>
                  </a:lnTo>
                  <a:lnTo>
                    <a:pt x="450845" y="404328"/>
                  </a:lnTo>
                  <a:lnTo>
                    <a:pt x="483787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7" y="155145"/>
                  </a:lnTo>
                  <a:lnTo>
                    <a:pt x="450845" y="98228"/>
                  </a:lnTo>
                  <a:lnTo>
                    <a:pt x="404636" y="51774"/>
                  </a:lnTo>
                  <a:lnTo>
                    <a:pt x="347730" y="18982"/>
                  </a:lnTo>
                  <a:lnTo>
                    <a:pt x="284442" y="2142"/>
                  </a:lnTo>
                  <a:lnTo>
                    <a:pt x="25165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706825" y="218941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A0E1C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91255" y="2730144"/>
            <a:ext cx="16370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Preprocessing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91255" y="3324504"/>
            <a:ext cx="11684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Clean,</a:t>
            </a:r>
            <a:r>
              <a:rPr sz="1300" spc="-5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scale,</a:t>
            </a:r>
            <a:r>
              <a:rPr sz="1300" spc="-5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split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19838" y="1805025"/>
            <a:ext cx="2988945" cy="3201670"/>
            <a:chOff x="5919838" y="1805025"/>
            <a:chExt cx="2988945" cy="320167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9838" y="3325304"/>
              <a:ext cx="339115" cy="15626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72403" y="3383280"/>
              <a:ext cx="175260" cy="0"/>
            </a:xfrm>
            <a:custGeom>
              <a:avLst/>
              <a:gdLst/>
              <a:ahLst/>
              <a:cxnLst/>
              <a:rect l="l" t="t" r="r" b="b"/>
              <a:pathLst>
                <a:path w="175260">
                  <a:moveTo>
                    <a:pt x="0" y="0"/>
                  </a:moveTo>
                  <a:lnTo>
                    <a:pt x="174955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42316" y="334511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9283" y="1805025"/>
              <a:ext cx="2698915" cy="320149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5571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2397239" y="0"/>
                  </a:moveTo>
                  <a:lnTo>
                    <a:pt x="208445" y="0"/>
                  </a:lnTo>
                  <a:lnTo>
                    <a:pt x="181124" y="1804"/>
                  </a:lnTo>
                  <a:lnTo>
                    <a:pt x="128861" y="15789"/>
                  </a:lnTo>
                  <a:lnTo>
                    <a:pt x="81645" y="42928"/>
                  </a:lnTo>
                  <a:lnTo>
                    <a:pt x="43147" y="81327"/>
                  </a:lnTo>
                  <a:lnTo>
                    <a:pt x="15950" y="128549"/>
                  </a:lnTo>
                  <a:lnTo>
                    <a:pt x="1802" y="181142"/>
                  </a:lnTo>
                  <a:lnTo>
                    <a:pt x="0" y="208432"/>
                  </a:lnTo>
                  <a:lnTo>
                    <a:pt x="0" y="2900514"/>
                  </a:lnTo>
                  <a:lnTo>
                    <a:pt x="7078" y="2954247"/>
                  </a:lnTo>
                  <a:lnTo>
                    <a:pt x="27724" y="3004553"/>
                  </a:lnTo>
                  <a:lnTo>
                    <a:pt x="60775" y="3047712"/>
                  </a:lnTo>
                  <a:lnTo>
                    <a:pt x="60891" y="3047846"/>
                  </a:lnTo>
                  <a:lnTo>
                    <a:pt x="104051" y="3080880"/>
                  </a:lnTo>
                  <a:lnTo>
                    <a:pt x="154357" y="3101801"/>
                  </a:lnTo>
                  <a:lnTo>
                    <a:pt x="208445" y="3108960"/>
                  </a:lnTo>
                  <a:lnTo>
                    <a:pt x="2397607" y="3108591"/>
                  </a:lnTo>
                  <a:lnTo>
                    <a:pt x="2451512" y="3101484"/>
                  </a:lnTo>
                  <a:lnTo>
                    <a:pt x="2501646" y="3080880"/>
                  </a:lnTo>
                  <a:lnTo>
                    <a:pt x="2544932" y="3047712"/>
                  </a:lnTo>
                  <a:lnTo>
                    <a:pt x="2577960" y="3004553"/>
                  </a:lnTo>
                  <a:lnTo>
                    <a:pt x="2598826" y="2954424"/>
                  </a:lnTo>
                  <a:lnTo>
                    <a:pt x="2606016" y="2900514"/>
                  </a:lnTo>
                  <a:lnTo>
                    <a:pt x="2606039" y="2900159"/>
                  </a:lnTo>
                  <a:lnTo>
                    <a:pt x="2605684" y="208432"/>
                  </a:lnTo>
                  <a:lnTo>
                    <a:pt x="2598575" y="154527"/>
                  </a:lnTo>
                  <a:lnTo>
                    <a:pt x="2577960" y="104394"/>
                  </a:lnTo>
                  <a:lnTo>
                    <a:pt x="2544799" y="61107"/>
                  </a:lnTo>
                  <a:lnTo>
                    <a:pt x="2501646" y="28079"/>
                  </a:lnTo>
                  <a:lnTo>
                    <a:pt x="2451333" y="7153"/>
                  </a:lnTo>
                  <a:lnTo>
                    <a:pt x="2424591" y="1804"/>
                  </a:lnTo>
                  <a:lnTo>
                    <a:pt x="239723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5571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0" y="208432"/>
                  </a:moveTo>
                  <a:lnTo>
                    <a:pt x="1806" y="181085"/>
                  </a:lnTo>
                  <a:lnTo>
                    <a:pt x="7158" y="154344"/>
                  </a:lnTo>
                  <a:lnTo>
                    <a:pt x="28079" y="104038"/>
                  </a:lnTo>
                  <a:lnTo>
                    <a:pt x="61113" y="60879"/>
                  </a:lnTo>
                  <a:lnTo>
                    <a:pt x="104406" y="27711"/>
                  </a:lnTo>
                  <a:lnTo>
                    <a:pt x="154535" y="7107"/>
                  </a:lnTo>
                  <a:lnTo>
                    <a:pt x="208445" y="0"/>
                  </a:lnTo>
                  <a:lnTo>
                    <a:pt x="2397239" y="0"/>
                  </a:lnTo>
                  <a:lnTo>
                    <a:pt x="2451333" y="7153"/>
                  </a:lnTo>
                  <a:lnTo>
                    <a:pt x="2501646" y="28079"/>
                  </a:lnTo>
                  <a:lnTo>
                    <a:pt x="2544799" y="61107"/>
                  </a:lnTo>
                  <a:lnTo>
                    <a:pt x="2577960" y="104394"/>
                  </a:lnTo>
                  <a:lnTo>
                    <a:pt x="2598575" y="154527"/>
                  </a:lnTo>
                  <a:lnTo>
                    <a:pt x="2605684" y="208432"/>
                  </a:lnTo>
                  <a:lnTo>
                    <a:pt x="2606039" y="2900159"/>
                  </a:lnTo>
                  <a:lnTo>
                    <a:pt x="2604235" y="2927506"/>
                  </a:lnTo>
                  <a:lnTo>
                    <a:pt x="2598886" y="2954247"/>
                  </a:lnTo>
                  <a:lnTo>
                    <a:pt x="2577960" y="3004553"/>
                  </a:lnTo>
                  <a:lnTo>
                    <a:pt x="2544932" y="3047712"/>
                  </a:lnTo>
                  <a:lnTo>
                    <a:pt x="2501646" y="3080880"/>
                  </a:lnTo>
                  <a:lnTo>
                    <a:pt x="2451512" y="3101484"/>
                  </a:lnTo>
                  <a:lnTo>
                    <a:pt x="2397607" y="3108591"/>
                  </a:lnTo>
                  <a:lnTo>
                    <a:pt x="208445" y="3108960"/>
                  </a:lnTo>
                  <a:lnTo>
                    <a:pt x="154357" y="3101801"/>
                  </a:lnTo>
                  <a:lnTo>
                    <a:pt x="104051" y="3080880"/>
                  </a:lnTo>
                  <a:lnTo>
                    <a:pt x="60891" y="3047846"/>
                  </a:lnTo>
                  <a:lnTo>
                    <a:pt x="27724" y="3004553"/>
                  </a:lnTo>
                  <a:lnTo>
                    <a:pt x="7113" y="2954424"/>
                  </a:lnTo>
                  <a:lnTo>
                    <a:pt x="0" y="2900514"/>
                  </a:lnTo>
                  <a:lnTo>
                    <a:pt x="0" y="20843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4360" y="2040470"/>
              <a:ext cx="582841" cy="58248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484315" y="2057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50" y="0"/>
                  </a:moveTo>
                  <a:lnTo>
                    <a:pt x="186350" y="8504"/>
                  </a:lnTo>
                  <a:lnTo>
                    <a:pt x="125641" y="33477"/>
                  </a:lnTo>
                  <a:lnTo>
                    <a:pt x="73671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7" y="404328"/>
                  </a:lnTo>
                  <a:lnTo>
                    <a:pt x="98291" y="450777"/>
                  </a:lnTo>
                  <a:lnTo>
                    <a:pt x="155202" y="483631"/>
                  </a:lnTo>
                  <a:lnTo>
                    <a:pt x="218645" y="500721"/>
                  </a:lnTo>
                  <a:lnTo>
                    <a:pt x="251650" y="502920"/>
                  </a:lnTo>
                  <a:lnTo>
                    <a:pt x="284442" y="500721"/>
                  </a:lnTo>
                  <a:lnTo>
                    <a:pt x="347730" y="483631"/>
                  </a:lnTo>
                  <a:lnTo>
                    <a:pt x="404636" y="450777"/>
                  </a:lnTo>
                  <a:lnTo>
                    <a:pt x="450845" y="404328"/>
                  </a:lnTo>
                  <a:lnTo>
                    <a:pt x="483787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7" y="155145"/>
                  </a:lnTo>
                  <a:lnTo>
                    <a:pt x="450845" y="98228"/>
                  </a:lnTo>
                  <a:lnTo>
                    <a:pt x="404636" y="51774"/>
                  </a:lnTo>
                  <a:lnTo>
                    <a:pt x="347730" y="18982"/>
                  </a:lnTo>
                  <a:lnTo>
                    <a:pt x="284442" y="2142"/>
                  </a:lnTo>
                  <a:lnTo>
                    <a:pt x="25165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32905" y="218941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A0E1C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17335" y="2730144"/>
            <a:ext cx="8883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17335" y="3324504"/>
            <a:ext cx="163576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Baseline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→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 advanced </a:t>
            </a:r>
            <a:r>
              <a:rPr sz="1300" spc="-50" dirty="0">
                <a:solidFill>
                  <a:srgbClr val="9CB2CC"/>
                </a:solidFill>
                <a:latin typeface="Calibri"/>
                <a:cs typeface="Calibri"/>
              </a:rPr>
              <a:t>→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45918" y="1805025"/>
            <a:ext cx="2988310" cy="3201670"/>
            <a:chOff x="8845918" y="1805025"/>
            <a:chExt cx="2988310" cy="3201670"/>
          </a:xfrm>
        </p:grpSpPr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5918" y="3325304"/>
              <a:ext cx="339115" cy="15626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898483" y="3383280"/>
              <a:ext cx="175260" cy="0"/>
            </a:xfrm>
            <a:custGeom>
              <a:avLst/>
              <a:gdLst/>
              <a:ahLst/>
              <a:cxnLst/>
              <a:rect l="l" t="t" r="r" b="b"/>
              <a:pathLst>
                <a:path w="175259">
                  <a:moveTo>
                    <a:pt x="0" y="0"/>
                  </a:moveTo>
                  <a:lnTo>
                    <a:pt x="174955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068396" y="334511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5363" y="1805025"/>
              <a:ext cx="2698559" cy="320149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18179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2397239" y="0"/>
                  </a:moveTo>
                  <a:lnTo>
                    <a:pt x="208445" y="0"/>
                  </a:lnTo>
                  <a:lnTo>
                    <a:pt x="181124" y="1804"/>
                  </a:lnTo>
                  <a:lnTo>
                    <a:pt x="128861" y="15789"/>
                  </a:lnTo>
                  <a:lnTo>
                    <a:pt x="81645" y="42928"/>
                  </a:lnTo>
                  <a:lnTo>
                    <a:pt x="43147" y="81327"/>
                  </a:lnTo>
                  <a:lnTo>
                    <a:pt x="15950" y="128549"/>
                  </a:lnTo>
                  <a:lnTo>
                    <a:pt x="1802" y="181142"/>
                  </a:lnTo>
                  <a:lnTo>
                    <a:pt x="0" y="208432"/>
                  </a:lnTo>
                  <a:lnTo>
                    <a:pt x="0" y="2900514"/>
                  </a:lnTo>
                  <a:lnTo>
                    <a:pt x="1781" y="2927506"/>
                  </a:lnTo>
                  <a:lnTo>
                    <a:pt x="1801" y="2927806"/>
                  </a:lnTo>
                  <a:lnTo>
                    <a:pt x="7078" y="2954247"/>
                  </a:lnTo>
                  <a:lnTo>
                    <a:pt x="7113" y="2954424"/>
                  </a:lnTo>
                  <a:lnTo>
                    <a:pt x="15800" y="2980098"/>
                  </a:lnTo>
                  <a:lnTo>
                    <a:pt x="27724" y="3004553"/>
                  </a:lnTo>
                  <a:lnTo>
                    <a:pt x="42941" y="3027314"/>
                  </a:lnTo>
                  <a:lnTo>
                    <a:pt x="60775" y="3047712"/>
                  </a:lnTo>
                  <a:lnTo>
                    <a:pt x="60891" y="3047846"/>
                  </a:lnTo>
                  <a:lnTo>
                    <a:pt x="104051" y="3080880"/>
                  </a:lnTo>
                  <a:lnTo>
                    <a:pt x="154357" y="3101801"/>
                  </a:lnTo>
                  <a:lnTo>
                    <a:pt x="208445" y="3108960"/>
                  </a:lnTo>
                  <a:lnTo>
                    <a:pt x="2397607" y="3108591"/>
                  </a:lnTo>
                  <a:lnTo>
                    <a:pt x="2451512" y="3101484"/>
                  </a:lnTo>
                  <a:lnTo>
                    <a:pt x="2501646" y="3080880"/>
                  </a:lnTo>
                  <a:lnTo>
                    <a:pt x="2544932" y="3047712"/>
                  </a:lnTo>
                  <a:lnTo>
                    <a:pt x="2577960" y="3004553"/>
                  </a:lnTo>
                  <a:lnTo>
                    <a:pt x="2598826" y="2954424"/>
                  </a:lnTo>
                  <a:lnTo>
                    <a:pt x="2606016" y="2900514"/>
                  </a:lnTo>
                  <a:lnTo>
                    <a:pt x="2606040" y="2900159"/>
                  </a:lnTo>
                  <a:lnTo>
                    <a:pt x="2605684" y="208432"/>
                  </a:lnTo>
                  <a:lnTo>
                    <a:pt x="2598575" y="154527"/>
                  </a:lnTo>
                  <a:lnTo>
                    <a:pt x="2577960" y="104394"/>
                  </a:lnTo>
                  <a:lnTo>
                    <a:pt x="2544799" y="61107"/>
                  </a:lnTo>
                  <a:lnTo>
                    <a:pt x="2501646" y="28079"/>
                  </a:lnTo>
                  <a:lnTo>
                    <a:pt x="2451333" y="7153"/>
                  </a:lnTo>
                  <a:lnTo>
                    <a:pt x="2424591" y="1804"/>
                  </a:lnTo>
                  <a:lnTo>
                    <a:pt x="239723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181795" y="1828444"/>
              <a:ext cx="2606040" cy="3108960"/>
            </a:xfrm>
            <a:custGeom>
              <a:avLst/>
              <a:gdLst/>
              <a:ahLst/>
              <a:cxnLst/>
              <a:rect l="l" t="t" r="r" b="b"/>
              <a:pathLst>
                <a:path w="2606040" h="3108960">
                  <a:moveTo>
                    <a:pt x="0" y="208432"/>
                  </a:moveTo>
                  <a:lnTo>
                    <a:pt x="1806" y="181085"/>
                  </a:lnTo>
                  <a:lnTo>
                    <a:pt x="7158" y="154344"/>
                  </a:lnTo>
                  <a:lnTo>
                    <a:pt x="28079" y="104038"/>
                  </a:lnTo>
                  <a:lnTo>
                    <a:pt x="61113" y="60879"/>
                  </a:lnTo>
                  <a:lnTo>
                    <a:pt x="104406" y="27711"/>
                  </a:lnTo>
                  <a:lnTo>
                    <a:pt x="154535" y="7107"/>
                  </a:lnTo>
                  <a:lnTo>
                    <a:pt x="208445" y="0"/>
                  </a:lnTo>
                  <a:lnTo>
                    <a:pt x="2397239" y="0"/>
                  </a:lnTo>
                  <a:lnTo>
                    <a:pt x="2451333" y="7153"/>
                  </a:lnTo>
                  <a:lnTo>
                    <a:pt x="2501646" y="28079"/>
                  </a:lnTo>
                  <a:lnTo>
                    <a:pt x="2544799" y="61107"/>
                  </a:lnTo>
                  <a:lnTo>
                    <a:pt x="2577960" y="104394"/>
                  </a:lnTo>
                  <a:lnTo>
                    <a:pt x="2598575" y="154527"/>
                  </a:lnTo>
                  <a:lnTo>
                    <a:pt x="2605684" y="208432"/>
                  </a:lnTo>
                  <a:lnTo>
                    <a:pt x="2606040" y="2900159"/>
                  </a:lnTo>
                  <a:lnTo>
                    <a:pt x="2604235" y="2927506"/>
                  </a:lnTo>
                  <a:lnTo>
                    <a:pt x="2598886" y="2954247"/>
                  </a:lnTo>
                  <a:lnTo>
                    <a:pt x="2577960" y="3004553"/>
                  </a:lnTo>
                  <a:lnTo>
                    <a:pt x="2544932" y="3047712"/>
                  </a:lnTo>
                  <a:lnTo>
                    <a:pt x="2501646" y="3080880"/>
                  </a:lnTo>
                  <a:lnTo>
                    <a:pt x="2451512" y="3101484"/>
                  </a:lnTo>
                  <a:lnTo>
                    <a:pt x="2397607" y="3108591"/>
                  </a:lnTo>
                  <a:lnTo>
                    <a:pt x="208445" y="3108960"/>
                  </a:lnTo>
                  <a:lnTo>
                    <a:pt x="154357" y="3101801"/>
                  </a:lnTo>
                  <a:lnTo>
                    <a:pt x="104051" y="3080880"/>
                  </a:lnTo>
                  <a:lnTo>
                    <a:pt x="60891" y="3047846"/>
                  </a:lnTo>
                  <a:lnTo>
                    <a:pt x="27724" y="3004553"/>
                  </a:lnTo>
                  <a:lnTo>
                    <a:pt x="7113" y="2954424"/>
                  </a:lnTo>
                  <a:lnTo>
                    <a:pt x="0" y="2900514"/>
                  </a:lnTo>
                  <a:lnTo>
                    <a:pt x="0" y="20843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70440" y="2040470"/>
              <a:ext cx="582841" cy="58248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410395" y="205740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50" y="0"/>
                  </a:moveTo>
                  <a:lnTo>
                    <a:pt x="186350" y="8504"/>
                  </a:lnTo>
                  <a:lnTo>
                    <a:pt x="125641" y="33477"/>
                  </a:lnTo>
                  <a:lnTo>
                    <a:pt x="73671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7" y="404328"/>
                  </a:lnTo>
                  <a:lnTo>
                    <a:pt x="98291" y="450777"/>
                  </a:lnTo>
                  <a:lnTo>
                    <a:pt x="155202" y="483631"/>
                  </a:lnTo>
                  <a:lnTo>
                    <a:pt x="218645" y="500721"/>
                  </a:lnTo>
                  <a:lnTo>
                    <a:pt x="251650" y="502920"/>
                  </a:lnTo>
                  <a:lnTo>
                    <a:pt x="284442" y="500721"/>
                  </a:lnTo>
                  <a:lnTo>
                    <a:pt x="347730" y="483631"/>
                  </a:lnTo>
                  <a:lnTo>
                    <a:pt x="404636" y="450777"/>
                  </a:lnTo>
                  <a:lnTo>
                    <a:pt x="450845" y="404328"/>
                  </a:lnTo>
                  <a:lnTo>
                    <a:pt x="483787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7" y="155145"/>
                  </a:lnTo>
                  <a:lnTo>
                    <a:pt x="450845" y="98228"/>
                  </a:lnTo>
                  <a:lnTo>
                    <a:pt x="404636" y="51774"/>
                  </a:lnTo>
                  <a:lnTo>
                    <a:pt x="347730" y="18982"/>
                  </a:lnTo>
                  <a:lnTo>
                    <a:pt x="284442" y="2142"/>
                  </a:lnTo>
                  <a:lnTo>
                    <a:pt x="25165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558985" y="218941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0A0E1C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443415" y="2730144"/>
            <a:ext cx="1451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443415" y="3324504"/>
            <a:ext cx="11391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FastAPI</a:t>
            </a:r>
            <a:r>
              <a:rPr sz="13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+</a:t>
            </a:r>
            <a:r>
              <a:rPr sz="13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Docker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43374" y="5336184"/>
            <a:ext cx="3298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Four</a:t>
            </a:r>
            <a:r>
              <a:rPr sz="14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stages</a:t>
            </a:r>
            <a:r>
              <a:rPr sz="14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—</a:t>
            </a:r>
            <a:r>
              <a:rPr sz="1400" i="1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one</a:t>
            </a:r>
            <a:r>
              <a:rPr sz="14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CB2CC"/>
                </a:solidFill>
                <a:latin typeface="Calibri"/>
                <a:cs typeface="Calibri"/>
              </a:rPr>
              <a:t>production-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ready</a:t>
            </a:r>
            <a:r>
              <a:rPr sz="14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CB2CC"/>
                </a:solidFill>
                <a:latin typeface="Calibri"/>
                <a:cs typeface="Calibri"/>
              </a:rPr>
              <a:t>pipeline.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40" dirty="0"/>
              <a:t> </a:t>
            </a:r>
            <a:r>
              <a:rPr dirty="0"/>
              <a:t>large,</a:t>
            </a:r>
            <a:r>
              <a:rPr spc="-40" dirty="0"/>
              <a:t> </a:t>
            </a:r>
            <a:r>
              <a:rPr dirty="0"/>
              <a:t>imbalanced</a:t>
            </a:r>
            <a:r>
              <a:rPr spc="-35" dirty="0"/>
              <a:t> </a:t>
            </a:r>
            <a:r>
              <a:rPr spc="-20" dirty="0"/>
              <a:t>multi-</a:t>
            </a:r>
            <a:r>
              <a:rPr dirty="0"/>
              <a:t>class</a:t>
            </a:r>
            <a:r>
              <a:rPr spc="-40" dirty="0"/>
              <a:t> </a:t>
            </a:r>
            <a:r>
              <a:rPr spc="-10" dirty="0"/>
              <a:t>dataset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3643" y="1532864"/>
            <a:ext cx="5027295" cy="1323975"/>
            <a:chOff x="503643" y="1532864"/>
            <a:chExt cx="5027295" cy="1323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643" y="1532864"/>
              <a:ext cx="5027041" cy="132337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8284" y="1554479"/>
              <a:ext cx="4937760" cy="1234440"/>
            </a:xfrm>
            <a:custGeom>
              <a:avLst/>
              <a:gdLst/>
              <a:ahLst/>
              <a:cxnLst/>
              <a:rect l="l" t="t" r="r" b="b"/>
              <a:pathLst>
                <a:path w="4937760" h="1234439">
                  <a:moveTo>
                    <a:pt x="4850993" y="0"/>
                  </a:moveTo>
                  <a:lnTo>
                    <a:pt x="86398" y="0"/>
                  </a:lnTo>
                  <a:lnTo>
                    <a:pt x="75139" y="737"/>
                  </a:lnTo>
                  <a:lnTo>
                    <a:pt x="33783" y="17834"/>
                  </a:lnTo>
                  <a:lnTo>
                    <a:pt x="6525" y="53293"/>
                  </a:lnTo>
                  <a:lnTo>
                    <a:pt x="0" y="86398"/>
                  </a:lnTo>
                  <a:lnTo>
                    <a:pt x="0" y="1148041"/>
                  </a:lnTo>
                  <a:lnTo>
                    <a:pt x="6456" y="1180790"/>
                  </a:lnTo>
                  <a:lnTo>
                    <a:pt x="6525" y="1180996"/>
                  </a:lnTo>
                  <a:lnTo>
                    <a:pt x="33685" y="1216605"/>
                  </a:lnTo>
                  <a:lnTo>
                    <a:pt x="75089" y="1233702"/>
                  </a:lnTo>
                  <a:lnTo>
                    <a:pt x="86398" y="1234440"/>
                  </a:lnTo>
                  <a:lnTo>
                    <a:pt x="4851361" y="1234084"/>
                  </a:lnTo>
                  <a:lnTo>
                    <a:pt x="4894554" y="1222565"/>
                  </a:lnTo>
                  <a:lnTo>
                    <a:pt x="4926241" y="1190879"/>
                  </a:lnTo>
                  <a:lnTo>
                    <a:pt x="4931127" y="1180996"/>
                  </a:lnTo>
                  <a:lnTo>
                    <a:pt x="4931228" y="1180790"/>
                  </a:lnTo>
                  <a:lnTo>
                    <a:pt x="4934759" y="1170314"/>
                  </a:lnTo>
                  <a:lnTo>
                    <a:pt x="4934834" y="1170092"/>
                  </a:lnTo>
                  <a:lnTo>
                    <a:pt x="4936962" y="1159294"/>
                  </a:lnTo>
                  <a:lnTo>
                    <a:pt x="4937022" y="1158989"/>
                  </a:lnTo>
                  <a:lnTo>
                    <a:pt x="4937736" y="1148041"/>
                  </a:lnTo>
                  <a:lnTo>
                    <a:pt x="4937759" y="1147686"/>
                  </a:lnTo>
                  <a:lnTo>
                    <a:pt x="4937391" y="86398"/>
                  </a:lnTo>
                  <a:lnTo>
                    <a:pt x="4925872" y="43205"/>
                  </a:lnTo>
                  <a:lnTo>
                    <a:pt x="4894199" y="11518"/>
                  </a:lnTo>
                  <a:lnTo>
                    <a:pt x="4862302" y="737"/>
                  </a:lnTo>
                  <a:lnTo>
                    <a:pt x="485099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284" y="1554479"/>
              <a:ext cx="4937760" cy="1234440"/>
            </a:xfrm>
            <a:custGeom>
              <a:avLst/>
              <a:gdLst/>
              <a:ahLst/>
              <a:cxnLst/>
              <a:rect l="l" t="t" r="r" b="b"/>
              <a:pathLst>
                <a:path w="4937760" h="1234439">
                  <a:moveTo>
                    <a:pt x="0" y="86398"/>
                  </a:moveTo>
                  <a:lnTo>
                    <a:pt x="735" y="75095"/>
                  </a:lnTo>
                  <a:lnTo>
                    <a:pt x="2921" y="63992"/>
                  </a:lnTo>
                  <a:lnTo>
                    <a:pt x="25331" y="25199"/>
                  </a:lnTo>
                  <a:lnTo>
                    <a:pt x="64119" y="2925"/>
                  </a:lnTo>
                  <a:lnTo>
                    <a:pt x="86398" y="0"/>
                  </a:lnTo>
                  <a:lnTo>
                    <a:pt x="4850993" y="0"/>
                  </a:lnTo>
                  <a:lnTo>
                    <a:pt x="4894199" y="11518"/>
                  </a:lnTo>
                  <a:lnTo>
                    <a:pt x="4925872" y="43205"/>
                  </a:lnTo>
                  <a:lnTo>
                    <a:pt x="4937391" y="86398"/>
                  </a:lnTo>
                  <a:lnTo>
                    <a:pt x="4937759" y="1147686"/>
                  </a:lnTo>
                  <a:lnTo>
                    <a:pt x="4937022" y="1158989"/>
                  </a:lnTo>
                  <a:lnTo>
                    <a:pt x="4934834" y="1170092"/>
                  </a:lnTo>
                  <a:lnTo>
                    <a:pt x="4912421" y="1208879"/>
                  </a:lnTo>
                  <a:lnTo>
                    <a:pt x="4873629" y="1231158"/>
                  </a:lnTo>
                  <a:lnTo>
                    <a:pt x="86398" y="1234440"/>
                  </a:lnTo>
                  <a:lnTo>
                    <a:pt x="43192" y="1222921"/>
                  </a:lnTo>
                  <a:lnTo>
                    <a:pt x="11518" y="1191234"/>
                  </a:lnTo>
                  <a:lnTo>
                    <a:pt x="0" y="1148041"/>
                  </a:lnTo>
                  <a:lnTo>
                    <a:pt x="0" y="86398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9904" y="1443502"/>
            <a:ext cx="1880235" cy="111442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600" b="1" spc="-10" dirty="0">
                <a:solidFill>
                  <a:srgbClr val="00DFFF"/>
                </a:solidFill>
                <a:latin typeface="Calibri"/>
                <a:cs typeface="Calibri"/>
              </a:rPr>
              <a:t>1,046,977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Flow</a:t>
            </a:r>
            <a:r>
              <a:rPr sz="1400" spc="-10" dirty="0">
                <a:solidFill>
                  <a:srgbClr val="9CB2CC"/>
                </a:solidFill>
                <a:latin typeface="Calibri"/>
                <a:cs typeface="Calibri"/>
              </a:rPr>
              <a:t> records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3643" y="2950184"/>
            <a:ext cx="5027295" cy="1323975"/>
            <a:chOff x="503643" y="2950184"/>
            <a:chExt cx="5027295" cy="13239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643" y="2950184"/>
              <a:ext cx="5027041" cy="13233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8284" y="2971800"/>
              <a:ext cx="4937760" cy="1234440"/>
            </a:xfrm>
            <a:custGeom>
              <a:avLst/>
              <a:gdLst/>
              <a:ahLst/>
              <a:cxnLst/>
              <a:rect l="l" t="t" r="r" b="b"/>
              <a:pathLst>
                <a:path w="4937760" h="1234439">
                  <a:moveTo>
                    <a:pt x="4850993" y="0"/>
                  </a:moveTo>
                  <a:lnTo>
                    <a:pt x="86398" y="0"/>
                  </a:lnTo>
                  <a:lnTo>
                    <a:pt x="75139" y="737"/>
                  </a:lnTo>
                  <a:lnTo>
                    <a:pt x="33783" y="17834"/>
                  </a:lnTo>
                  <a:lnTo>
                    <a:pt x="6525" y="53293"/>
                  </a:lnTo>
                  <a:lnTo>
                    <a:pt x="0" y="86398"/>
                  </a:lnTo>
                  <a:lnTo>
                    <a:pt x="0" y="1148041"/>
                  </a:lnTo>
                  <a:lnTo>
                    <a:pt x="6456" y="1180790"/>
                  </a:lnTo>
                  <a:lnTo>
                    <a:pt x="6525" y="1180996"/>
                  </a:lnTo>
                  <a:lnTo>
                    <a:pt x="33685" y="1216605"/>
                  </a:lnTo>
                  <a:lnTo>
                    <a:pt x="75089" y="1233702"/>
                  </a:lnTo>
                  <a:lnTo>
                    <a:pt x="86398" y="1234439"/>
                  </a:lnTo>
                  <a:lnTo>
                    <a:pt x="4851361" y="1234084"/>
                  </a:lnTo>
                  <a:lnTo>
                    <a:pt x="4894554" y="1222565"/>
                  </a:lnTo>
                  <a:lnTo>
                    <a:pt x="4926241" y="1190879"/>
                  </a:lnTo>
                  <a:lnTo>
                    <a:pt x="4931127" y="1180996"/>
                  </a:lnTo>
                  <a:lnTo>
                    <a:pt x="4931228" y="1180790"/>
                  </a:lnTo>
                  <a:lnTo>
                    <a:pt x="4937759" y="1147686"/>
                  </a:lnTo>
                  <a:lnTo>
                    <a:pt x="4937391" y="86398"/>
                  </a:lnTo>
                  <a:lnTo>
                    <a:pt x="4925872" y="43205"/>
                  </a:lnTo>
                  <a:lnTo>
                    <a:pt x="4894199" y="11518"/>
                  </a:lnTo>
                  <a:lnTo>
                    <a:pt x="4862302" y="737"/>
                  </a:lnTo>
                  <a:lnTo>
                    <a:pt x="485099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8284" y="2971800"/>
              <a:ext cx="4937760" cy="1234440"/>
            </a:xfrm>
            <a:custGeom>
              <a:avLst/>
              <a:gdLst/>
              <a:ahLst/>
              <a:cxnLst/>
              <a:rect l="l" t="t" r="r" b="b"/>
              <a:pathLst>
                <a:path w="4937760" h="1234439">
                  <a:moveTo>
                    <a:pt x="0" y="86398"/>
                  </a:moveTo>
                  <a:lnTo>
                    <a:pt x="735" y="75095"/>
                  </a:lnTo>
                  <a:lnTo>
                    <a:pt x="2921" y="63992"/>
                  </a:lnTo>
                  <a:lnTo>
                    <a:pt x="25331" y="25199"/>
                  </a:lnTo>
                  <a:lnTo>
                    <a:pt x="64119" y="2925"/>
                  </a:lnTo>
                  <a:lnTo>
                    <a:pt x="86398" y="0"/>
                  </a:lnTo>
                  <a:lnTo>
                    <a:pt x="4850993" y="0"/>
                  </a:lnTo>
                  <a:lnTo>
                    <a:pt x="4894199" y="11518"/>
                  </a:lnTo>
                  <a:lnTo>
                    <a:pt x="4925872" y="43205"/>
                  </a:lnTo>
                  <a:lnTo>
                    <a:pt x="4937391" y="86398"/>
                  </a:lnTo>
                  <a:lnTo>
                    <a:pt x="4937759" y="1147686"/>
                  </a:lnTo>
                  <a:lnTo>
                    <a:pt x="4937022" y="1158989"/>
                  </a:lnTo>
                  <a:lnTo>
                    <a:pt x="4934834" y="1170092"/>
                  </a:lnTo>
                  <a:lnTo>
                    <a:pt x="4912421" y="1208879"/>
                  </a:lnTo>
                  <a:lnTo>
                    <a:pt x="4873629" y="1231158"/>
                  </a:lnTo>
                  <a:lnTo>
                    <a:pt x="86398" y="1234439"/>
                  </a:lnTo>
                  <a:lnTo>
                    <a:pt x="43192" y="1222921"/>
                  </a:lnTo>
                  <a:lnTo>
                    <a:pt x="11518" y="1191234"/>
                  </a:lnTo>
                  <a:lnTo>
                    <a:pt x="0" y="1148041"/>
                  </a:lnTo>
                  <a:lnTo>
                    <a:pt x="0" y="86398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09904" y="2860823"/>
            <a:ext cx="1287145" cy="111442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600" b="1" spc="-25" dirty="0">
                <a:solidFill>
                  <a:srgbClr val="00DFFF"/>
                </a:solidFill>
                <a:latin typeface="Calibri"/>
                <a:cs typeface="Calibri"/>
              </a:rPr>
              <a:t>39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spc="-10" dirty="0">
                <a:solidFill>
                  <a:srgbClr val="9CB2CC"/>
                </a:solidFill>
                <a:latin typeface="Calibri"/>
                <a:cs typeface="Calibri"/>
              </a:rPr>
              <a:t>Features</a:t>
            </a:r>
            <a:r>
              <a:rPr sz="14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per</a:t>
            </a:r>
            <a:r>
              <a:rPr sz="14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9CB2CC"/>
                </a:solidFill>
                <a:latin typeface="Calibri"/>
                <a:cs typeface="Calibri"/>
              </a:rPr>
              <a:t>flow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03643" y="4367504"/>
            <a:ext cx="5027295" cy="1323975"/>
            <a:chOff x="503643" y="4367504"/>
            <a:chExt cx="5027295" cy="13239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643" y="4367504"/>
              <a:ext cx="5027041" cy="132337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8284" y="4389120"/>
              <a:ext cx="4937760" cy="1234440"/>
            </a:xfrm>
            <a:custGeom>
              <a:avLst/>
              <a:gdLst/>
              <a:ahLst/>
              <a:cxnLst/>
              <a:rect l="l" t="t" r="r" b="b"/>
              <a:pathLst>
                <a:path w="4937760" h="1234439">
                  <a:moveTo>
                    <a:pt x="4850993" y="0"/>
                  </a:moveTo>
                  <a:lnTo>
                    <a:pt x="86398" y="0"/>
                  </a:lnTo>
                  <a:lnTo>
                    <a:pt x="75139" y="737"/>
                  </a:lnTo>
                  <a:lnTo>
                    <a:pt x="33783" y="17834"/>
                  </a:lnTo>
                  <a:lnTo>
                    <a:pt x="6525" y="53293"/>
                  </a:lnTo>
                  <a:lnTo>
                    <a:pt x="0" y="86398"/>
                  </a:lnTo>
                  <a:lnTo>
                    <a:pt x="0" y="1148041"/>
                  </a:lnTo>
                  <a:lnTo>
                    <a:pt x="715" y="1158989"/>
                  </a:lnTo>
                  <a:lnTo>
                    <a:pt x="735" y="1159294"/>
                  </a:lnTo>
                  <a:lnTo>
                    <a:pt x="2876" y="1170092"/>
                  </a:lnTo>
                  <a:lnTo>
                    <a:pt x="2920" y="1170314"/>
                  </a:lnTo>
                  <a:lnTo>
                    <a:pt x="6456" y="1180790"/>
                  </a:lnTo>
                  <a:lnTo>
                    <a:pt x="33685" y="1216605"/>
                  </a:lnTo>
                  <a:lnTo>
                    <a:pt x="75089" y="1233702"/>
                  </a:lnTo>
                  <a:lnTo>
                    <a:pt x="86398" y="1234439"/>
                  </a:lnTo>
                  <a:lnTo>
                    <a:pt x="4851361" y="1234084"/>
                  </a:lnTo>
                  <a:lnTo>
                    <a:pt x="4894554" y="1222565"/>
                  </a:lnTo>
                  <a:lnTo>
                    <a:pt x="4926241" y="1190878"/>
                  </a:lnTo>
                  <a:lnTo>
                    <a:pt x="4931127" y="1180996"/>
                  </a:lnTo>
                  <a:lnTo>
                    <a:pt x="4931228" y="1180790"/>
                  </a:lnTo>
                  <a:lnTo>
                    <a:pt x="4937759" y="1147686"/>
                  </a:lnTo>
                  <a:lnTo>
                    <a:pt x="4937391" y="86398"/>
                  </a:lnTo>
                  <a:lnTo>
                    <a:pt x="4925872" y="43205"/>
                  </a:lnTo>
                  <a:lnTo>
                    <a:pt x="4894199" y="11518"/>
                  </a:lnTo>
                  <a:lnTo>
                    <a:pt x="4862302" y="737"/>
                  </a:lnTo>
                  <a:lnTo>
                    <a:pt x="485099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8284" y="4389120"/>
              <a:ext cx="4937760" cy="1234440"/>
            </a:xfrm>
            <a:custGeom>
              <a:avLst/>
              <a:gdLst/>
              <a:ahLst/>
              <a:cxnLst/>
              <a:rect l="l" t="t" r="r" b="b"/>
              <a:pathLst>
                <a:path w="4937760" h="1234439">
                  <a:moveTo>
                    <a:pt x="0" y="86398"/>
                  </a:moveTo>
                  <a:lnTo>
                    <a:pt x="735" y="75095"/>
                  </a:lnTo>
                  <a:lnTo>
                    <a:pt x="2921" y="63992"/>
                  </a:lnTo>
                  <a:lnTo>
                    <a:pt x="25331" y="25199"/>
                  </a:lnTo>
                  <a:lnTo>
                    <a:pt x="64119" y="2925"/>
                  </a:lnTo>
                  <a:lnTo>
                    <a:pt x="86398" y="0"/>
                  </a:lnTo>
                  <a:lnTo>
                    <a:pt x="4850993" y="0"/>
                  </a:lnTo>
                  <a:lnTo>
                    <a:pt x="4894199" y="11518"/>
                  </a:lnTo>
                  <a:lnTo>
                    <a:pt x="4925872" y="43205"/>
                  </a:lnTo>
                  <a:lnTo>
                    <a:pt x="4937391" y="86398"/>
                  </a:lnTo>
                  <a:lnTo>
                    <a:pt x="4937759" y="1147686"/>
                  </a:lnTo>
                  <a:lnTo>
                    <a:pt x="4937022" y="1158989"/>
                  </a:lnTo>
                  <a:lnTo>
                    <a:pt x="4934834" y="1170092"/>
                  </a:lnTo>
                  <a:lnTo>
                    <a:pt x="4912421" y="1208879"/>
                  </a:lnTo>
                  <a:lnTo>
                    <a:pt x="4873629" y="1231158"/>
                  </a:lnTo>
                  <a:lnTo>
                    <a:pt x="86398" y="1234439"/>
                  </a:lnTo>
                  <a:lnTo>
                    <a:pt x="43192" y="1222921"/>
                  </a:lnTo>
                  <a:lnTo>
                    <a:pt x="11518" y="1191234"/>
                  </a:lnTo>
                  <a:lnTo>
                    <a:pt x="0" y="1148041"/>
                  </a:lnTo>
                  <a:lnTo>
                    <a:pt x="0" y="86398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9904" y="4278143"/>
            <a:ext cx="2210435" cy="111442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600" b="1" spc="-25" dirty="0">
                <a:solidFill>
                  <a:srgbClr val="00DFFF"/>
                </a:solidFill>
                <a:latin typeface="Calibri"/>
                <a:cs typeface="Calibri"/>
              </a:rPr>
              <a:t>34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Classes</a:t>
            </a:r>
            <a:r>
              <a:rPr sz="14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(1</a:t>
            </a:r>
            <a:r>
              <a:rPr sz="14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r>
              <a:rPr sz="14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+</a:t>
            </a:r>
            <a:r>
              <a:rPr sz="14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33</a:t>
            </a:r>
            <a:r>
              <a:rPr sz="14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9CB2CC"/>
                </a:solidFill>
                <a:latin typeface="Calibri"/>
                <a:cs typeface="Calibri"/>
              </a:rPr>
              <a:t>attacks)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0044" y="1395349"/>
            <a:ext cx="5758815" cy="4844415"/>
            <a:chOff x="5990044" y="1395349"/>
            <a:chExt cx="5758815" cy="484441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0044" y="1395349"/>
              <a:ext cx="5758561" cy="48438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34684" y="1416964"/>
              <a:ext cx="5669280" cy="4754880"/>
            </a:xfrm>
            <a:custGeom>
              <a:avLst/>
              <a:gdLst/>
              <a:ahLst/>
              <a:cxnLst/>
              <a:rect l="l" t="t" r="r" b="b"/>
              <a:pathLst>
                <a:path w="5669280" h="4754880">
                  <a:moveTo>
                    <a:pt x="5478830" y="0"/>
                  </a:moveTo>
                  <a:lnTo>
                    <a:pt x="190080" y="0"/>
                  </a:lnTo>
                  <a:lnTo>
                    <a:pt x="165278" y="1613"/>
                  </a:lnTo>
                  <a:lnTo>
                    <a:pt x="117378" y="14273"/>
                  </a:lnTo>
                  <a:lnTo>
                    <a:pt x="74354" y="39194"/>
                  </a:lnTo>
                  <a:lnTo>
                    <a:pt x="39341" y="74354"/>
                  </a:lnTo>
                  <a:lnTo>
                    <a:pt x="14405" y="117378"/>
                  </a:lnTo>
                  <a:lnTo>
                    <a:pt x="1613" y="165151"/>
                  </a:lnTo>
                  <a:lnTo>
                    <a:pt x="0" y="190080"/>
                  </a:lnTo>
                  <a:lnTo>
                    <a:pt x="0" y="4564799"/>
                  </a:lnTo>
                  <a:lnTo>
                    <a:pt x="1594" y="4589359"/>
                  </a:lnTo>
                  <a:lnTo>
                    <a:pt x="1608" y="4589570"/>
                  </a:lnTo>
                  <a:lnTo>
                    <a:pt x="6344" y="4613711"/>
                  </a:lnTo>
                  <a:lnTo>
                    <a:pt x="6388" y="4613935"/>
                  </a:lnTo>
                  <a:lnTo>
                    <a:pt x="14170" y="4637184"/>
                  </a:lnTo>
                  <a:lnTo>
                    <a:pt x="39194" y="4680512"/>
                  </a:lnTo>
                  <a:lnTo>
                    <a:pt x="74349" y="4715522"/>
                  </a:lnTo>
                  <a:lnTo>
                    <a:pt x="117327" y="4740446"/>
                  </a:lnTo>
                  <a:lnTo>
                    <a:pt x="165151" y="4753264"/>
                  </a:lnTo>
                  <a:lnTo>
                    <a:pt x="190080" y="4754880"/>
                  </a:lnTo>
                  <a:lnTo>
                    <a:pt x="5479199" y="4754511"/>
                  </a:lnTo>
                  <a:lnTo>
                    <a:pt x="5528335" y="4748123"/>
                  </a:lnTo>
                  <a:lnTo>
                    <a:pt x="5574233" y="4729314"/>
                  </a:lnTo>
                  <a:lnTo>
                    <a:pt x="5613565" y="4698853"/>
                  </a:lnTo>
                  <a:lnTo>
                    <a:pt x="5643714" y="4659477"/>
                  </a:lnTo>
                  <a:lnTo>
                    <a:pt x="5662764" y="4613935"/>
                  </a:lnTo>
                  <a:lnTo>
                    <a:pt x="5667622" y="4589570"/>
                  </a:lnTo>
                  <a:lnTo>
                    <a:pt x="5667664" y="4589359"/>
                  </a:lnTo>
                  <a:lnTo>
                    <a:pt x="5669256" y="4564799"/>
                  </a:lnTo>
                  <a:lnTo>
                    <a:pt x="5669280" y="4564430"/>
                  </a:lnTo>
                  <a:lnTo>
                    <a:pt x="5668911" y="190080"/>
                  </a:lnTo>
                  <a:lnTo>
                    <a:pt x="5662523" y="140938"/>
                  </a:lnTo>
                  <a:lnTo>
                    <a:pt x="5643714" y="95034"/>
                  </a:lnTo>
                  <a:lnTo>
                    <a:pt x="5613253" y="55702"/>
                  </a:lnTo>
                  <a:lnTo>
                    <a:pt x="5573877" y="25552"/>
                  </a:lnTo>
                  <a:lnTo>
                    <a:pt x="5528111" y="6432"/>
                  </a:lnTo>
                  <a:lnTo>
                    <a:pt x="5503759" y="1613"/>
                  </a:lnTo>
                  <a:lnTo>
                    <a:pt x="547883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34684" y="1416964"/>
              <a:ext cx="5669280" cy="4754880"/>
            </a:xfrm>
            <a:custGeom>
              <a:avLst/>
              <a:gdLst/>
              <a:ahLst/>
              <a:cxnLst/>
              <a:rect l="l" t="t" r="r" b="b"/>
              <a:pathLst>
                <a:path w="5669280" h="4754880">
                  <a:moveTo>
                    <a:pt x="0" y="190080"/>
                  </a:moveTo>
                  <a:lnTo>
                    <a:pt x="1613" y="165151"/>
                  </a:lnTo>
                  <a:lnTo>
                    <a:pt x="6432" y="140800"/>
                  </a:lnTo>
                  <a:lnTo>
                    <a:pt x="25552" y="95034"/>
                  </a:lnTo>
                  <a:lnTo>
                    <a:pt x="55702" y="55657"/>
                  </a:lnTo>
                  <a:lnTo>
                    <a:pt x="95034" y="25196"/>
                  </a:lnTo>
                  <a:lnTo>
                    <a:pt x="140938" y="6388"/>
                  </a:lnTo>
                  <a:lnTo>
                    <a:pt x="190080" y="0"/>
                  </a:lnTo>
                  <a:lnTo>
                    <a:pt x="5478830" y="0"/>
                  </a:lnTo>
                  <a:lnTo>
                    <a:pt x="5528111" y="6432"/>
                  </a:lnTo>
                  <a:lnTo>
                    <a:pt x="5573877" y="25552"/>
                  </a:lnTo>
                  <a:lnTo>
                    <a:pt x="5613253" y="55702"/>
                  </a:lnTo>
                  <a:lnTo>
                    <a:pt x="5643714" y="95034"/>
                  </a:lnTo>
                  <a:lnTo>
                    <a:pt x="5662523" y="140938"/>
                  </a:lnTo>
                  <a:lnTo>
                    <a:pt x="5668911" y="190080"/>
                  </a:lnTo>
                  <a:lnTo>
                    <a:pt x="5669280" y="4564430"/>
                  </a:lnTo>
                  <a:lnTo>
                    <a:pt x="5667664" y="4589359"/>
                  </a:lnTo>
                  <a:lnTo>
                    <a:pt x="5662841" y="4613711"/>
                  </a:lnTo>
                  <a:lnTo>
                    <a:pt x="5643714" y="4659477"/>
                  </a:lnTo>
                  <a:lnTo>
                    <a:pt x="5613565" y="4698853"/>
                  </a:lnTo>
                  <a:lnTo>
                    <a:pt x="5574233" y="4729314"/>
                  </a:lnTo>
                  <a:lnTo>
                    <a:pt x="5528335" y="4748123"/>
                  </a:lnTo>
                  <a:lnTo>
                    <a:pt x="5479199" y="4754511"/>
                  </a:lnTo>
                  <a:lnTo>
                    <a:pt x="190080" y="4754880"/>
                  </a:lnTo>
                  <a:lnTo>
                    <a:pt x="140800" y="4748441"/>
                  </a:lnTo>
                  <a:lnTo>
                    <a:pt x="95034" y="4729314"/>
                  </a:lnTo>
                  <a:lnTo>
                    <a:pt x="55657" y="4699165"/>
                  </a:lnTo>
                  <a:lnTo>
                    <a:pt x="25196" y="4659833"/>
                  </a:lnTo>
                  <a:lnTo>
                    <a:pt x="6388" y="4613935"/>
                  </a:lnTo>
                  <a:lnTo>
                    <a:pt x="0" y="4564799"/>
                  </a:lnTo>
                  <a:lnTo>
                    <a:pt x="0" y="190080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96304" y="1587144"/>
            <a:ext cx="16941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3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sz="13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(top</a:t>
            </a:r>
            <a:r>
              <a:rPr sz="13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35" dirty="0">
                <a:solidFill>
                  <a:srgbClr val="FFFFFF"/>
                </a:solidFill>
                <a:latin typeface="Calibri"/>
                <a:cs typeface="Calibri"/>
              </a:rPr>
              <a:t>8)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96304" y="2251341"/>
            <a:ext cx="3790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457757" y="2177618"/>
            <a:ext cx="3930650" cy="3572510"/>
            <a:chOff x="7457757" y="2177618"/>
            <a:chExt cx="3930650" cy="3572510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7757" y="2177618"/>
              <a:ext cx="3920045" cy="37190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497724" y="2194560"/>
              <a:ext cx="3840479" cy="292735"/>
            </a:xfrm>
            <a:custGeom>
              <a:avLst/>
              <a:gdLst/>
              <a:ahLst/>
              <a:cxnLst/>
              <a:rect l="l" t="t" r="r" b="b"/>
              <a:pathLst>
                <a:path w="3840479" h="292735">
                  <a:moveTo>
                    <a:pt x="384011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920240" y="292315"/>
                  </a:lnTo>
                  <a:lnTo>
                    <a:pt x="3840111" y="292315"/>
                  </a:lnTo>
                  <a:lnTo>
                    <a:pt x="3840111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58125" y="2634818"/>
              <a:ext cx="3075114" cy="37190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98079" y="2651760"/>
              <a:ext cx="2995295" cy="292735"/>
            </a:xfrm>
            <a:custGeom>
              <a:avLst/>
              <a:gdLst/>
              <a:ahLst/>
              <a:cxnLst/>
              <a:rect l="l" t="t" r="r" b="b"/>
              <a:pathLst>
                <a:path w="2995295" h="292735">
                  <a:moveTo>
                    <a:pt x="2995206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497596" y="292315"/>
                  </a:lnTo>
                  <a:lnTo>
                    <a:pt x="2995206" y="292315"/>
                  </a:lnTo>
                  <a:lnTo>
                    <a:pt x="2995206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8125" y="3092018"/>
              <a:ext cx="2191677" cy="3719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498079" y="3108960"/>
              <a:ext cx="2112010" cy="292735"/>
            </a:xfrm>
            <a:custGeom>
              <a:avLst/>
              <a:gdLst/>
              <a:ahLst/>
              <a:cxnLst/>
              <a:rect l="l" t="t" r="r" b="b"/>
              <a:pathLst>
                <a:path w="2112009" h="292735">
                  <a:moveTo>
                    <a:pt x="2111755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055877" y="292315"/>
                  </a:lnTo>
                  <a:lnTo>
                    <a:pt x="2111755" y="292315"/>
                  </a:lnTo>
                  <a:lnTo>
                    <a:pt x="211175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7757" y="3549218"/>
              <a:ext cx="1538998" cy="37190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497724" y="3566160"/>
              <a:ext cx="1459230" cy="292735"/>
            </a:xfrm>
            <a:custGeom>
              <a:avLst/>
              <a:gdLst/>
              <a:ahLst/>
              <a:cxnLst/>
              <a:rect l="l" t="t" r="r" b="b"/>
              <a:pathLst>
                <a:path w="1459229" h="292735">
                  <a:moveTo>
                    <a:pt x="1459077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729716" y="292315"/>
                  </a:lnTo>
                  <a:lnTo>
                    <a:pt x="1459077" y="292315"/>
                  </a:lnTo>
                  <a:lnTo>
                    <a:pt x="1459077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58125" y="4006418"/>
              <a:ext cx="924483" cy="37190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498079" y="4023360"/>
              <a:ext cx="845185" cy="292735"/>
            </a:xfrm>
            <a:custGeom>
              <a:avLst/>
              <a:gdLst/>
              <a:ahLst/>
              <a:cxnLst/>
              <a:rect l="l" t="t" r="r" b="b"/>
              <a:pathLst>
                <a:path w="845184" h="292735">
                  <a:moveTo>
                    <a:pt x="844562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422275" y="292315"/>
                  </a:lnTo>
                  <a:lnTo>
                    <a:pt x="844562" y="292315"/>
                  </a:lnTo>
                  <a:lnTo>
                    <a:pt x="844562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57757" y="4463618"/>
              <a:ext cx="617397" cy="37190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497724" y="4480560"/>
              <a:ext cx="537845" cy="292735"/>
            </a:xfrm>
            <a:custGeom>
              <a:avLst/>
              <a:gdLst/>
              <a:ahLst/>
              <a:cxnLst/>
              <a:rect l="l" t="t" r="r" b="b"/>
              <a:pathLst>
                <a:path w="537845" h="292735">
                  <a:moveTo>
                    <a:pt x="537476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268909" y="292315"/>
                  </a:lnTo>
                  <a:lnTo>
                    <a:pt x="537476" y="292315"/>
                  </a:lnTo>
                  <a:lnTo>
                    <a:pt x="537476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58125" y="4920818"/>
              <a:ext cx="271437" cy="3719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498079" y="4937760"/>
              <a:ext cx="191770" cy="292735"/>
            </a:xfrm>
            <a:custGeom>
              <a:avLst/>
              <a:gdLst/>
              <a:ahLst/>
              <a:cxnLst/>
              <a:rect l="l" t="t" r="r" b="b"/>
              <a:pathLst>
                <a:path w="191770" h="292735">
                  <a:moveTo>
                    <a:pt x="191516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95758" y="292315"/>
                  </a:lnTo>
                  <a:lnTo>
                    <a:pt x="191516" y="292315"/>
                  </a:lnTo>
                  <a:lnTo>
                    <a:pt x="191516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58125" y="5378018"/>
              <a:ext cx="156235" cy="37190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98079" y="5394960"/>
              <a:ext cx="76835" cy="292735"/>
            </a:xfrm>
            <a:custGeom>
              <a:avLst/>
              <a:gdLst/>
              <a:ahLst/>
              <a:cxnLst/>
              <a:rect l="l" t="t" r="r" b="b"/>
              <a:pathLst>
                <a:path w="76834" h="292735">
                  <a:moveTo>
                    <a:pt x="76314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38163" y="292315"/>
                  </a:lnTo>
                  <a:lnTo>
                    <a:pt x="76314" y="292315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01325" y="5271833"/>
              <a:ext cx="1186916" cy="46692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308234" y="5325834"/>
              <a:ext cx="1030605" cy="343535"/>
            </a:xfrm>
            <a:custGeom>
              <a:avLst/>
              <a:gdLst/>
              <a:ahLst/>
              <a:cxnLst/>
              <a:rect l="l" t="t" r="r" b="b"/>
              <a:pathLst>
                <a:path w="1030604" h="343535">
                  <a:moveTo>
                    <a:pt x="1030325" y="343446"/>
                  </a:moveTo>
                  <a:lnTo>
                    <a:pt x="0" y="0"/>
                  </a:lnTo>
                </a:path>
              </a:pathLst>
            </a:custGeom>
            <a:ln w="19079">
              <a:solidFill>
                <a:srgbClr val="FF6A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241279" y="5291645"/>
              <a:ext cx="83820" cy="71755"/>
            </a:xfrm>
            <a:custGeom>
              <a:avLst/>
              <a:gdLst/>
              <a:ahLst/>
              <a:cxnLst/>
              <a:rect l="l" t="t" r="r" b="b"/>
              <a:pathLst>
                <a:path w="83820" h="71754">
                  <a:moveTo>
                    <a:pt x="83515" y="0"/>
                  </a:moveTo>
                  <a:lnTo>
                    <a:pt x="0" y="11874"/>
                  </a:lnTo>
                  <a:lnTo>
                    <a:pt x="59766" y="71640"/>
                  </a:lnTo>
                  <a:lnTo>
                    <a:pt x="8351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296304" y="2708541"/>
            <a:ext cx="6648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DDOS</a:t>
            </a:r>
            <a:r>
              <a:rPr sz="10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family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96304" y="3165741"/>
            <a:ext cx="6813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MIRAI</a:t>
            </a: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family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96304" y="3622941"/>
            <a:ext cx="5873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DOS</a:t>
            </a:r>
            <a:r>
              <a:rPr sz="10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family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96304" y="4080141"/>
            <a:ext cx="3409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Recon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96304" y="4537341"/>
            <a:ext cx="6661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Spoof</a:t>
            </a: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/</a:t>
            </a: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 Scan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96304" y="4994541"/>
            <a:ext cx="6197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Brute Force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96304" y="5451741"/>
            <a:ext cx="7943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Web</a:t>
            </a:r>
            <a:r>
              <a:rPr sz="10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(XSS/SQL)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512259" y="5701944"/>
            <a:ext cx="83946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solidFill>
                  <a:srgbClr val="FF6A9D"/>
                </a:solidFill>
                <a:latin typeface="Calibri"/>
                <a:cs typeface="Calibri"/>
              </a:rPr>
              <a:t>minority</a:t>
            </a:r>
            <a:r>
              <a:rPr sz="1000" i="1" spc="-55" dirty="0">
                <a:solidFill>
                  <a:srgbClr val="FF6A9D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FF6A9D"/>
                </a:solidFill>
                <a:latin typeface="Calibri"/>
                <a:cs typeface="Calibri"/>
              </a:rPr>
              <a:t>classes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Clean</a:t>
            </a:r>
            <a:r>
              <a:rPr spc="-50" dirty="0"/>
              <a:t> </a:t>
            </a:r>
            <a:r>
              <a:rPr dirty="0"/>
              <a:t>data,</a:t>
            </a:r>
            <a:r>
              <a:rPr spc="-50" dirty="0"/>
              <a:t> </a:t>
            </a:r>
            <a:r>
              <a:rPr dirty="0"/>
              <a:t>no</a:t>
            </a:r>
            <a:r>
              <a:rPr spc="-50" dirty="0"/>
              <a:t> </a:t>
            </a:r>
            <a:r>
              <a:rPr spc="-10" dirty="0"/>
              <a:t>leakage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4077" y="1537195"/>
            <a:ext cx="628650" cy="628650"/>
            <a:chOff x="874077" y="1537195"/>
            <a:chExt cx="628650" cy="628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077" y="1537195"/>
              <a:ext cx="628561" cy="6282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044" y="155412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19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19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98626" y="1724291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A0E1C"/>
                </a:solidFill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4304" y="1495704"/>
            <a:ext cx="1813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Remove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duplicates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4304" y="1952891"/>
            <a:ext cx="1522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No</a:t>
            </a:r>
            <a:r>
              <a:rPr sz="12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missing</a:t>
            </a:r>
            <a:r>
              <a:rPr sz="12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values</a:t>
            </a:r>
            <a:r>
              <a:rPr sz="12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found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4077" y="2119668"/>
            <a:ext cx="628650" cy="1097915"/>
            <a:chOff x="874077" y="2119668"/>
            <a:chExt cx="628650" cy="10979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405" y="2119668"/>
              <a:ext cx="98996" cy="51013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88719" y="2148839"/>
              <a:ext cx="0" cy="411480"/>
            </a:xfrm>
            <a:custGeom>
              <a:avLst/>
              <a:gdLst/>
              <a:ahLst/>
              <a:cxnLst/>
              <a:rect l="l" t="t" r="r" b="b"/>
              <a:pathLst>
                <a:path h="411480">
                  <a:moveTo>
                    <a:pt x="0" y="0"/>
                  </a:moveTo>
                  <a:lnTo>
                    <a:pt x="0" y="411480"/>
                  </a:lnTo>
                </a:path>
              </a:pathLst>
            </a:custGeom>
            <a:ln w="190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077" y="2588755"/>
              <a:ext cx="628561" cy="6282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4044" y="260568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59"/>
                  </a:lnTo>
                  <a:lnTo>
                    <a:pt x="9313" y="203306"/>
                  </a:lnTo>
                  <a:lnTo>
                    <a:pt x="0" y="274319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39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19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98626" y="2775851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A0E1C"/>
                </a:solidFill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24304" y="2547264"/>
            <a:ext cx="185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invalid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24304" y="3004451"/>
            <a:ext cx="1180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inf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and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NaN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values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74077" y="3170859"/>
            <a:ext cx="628650" cy="1097915"/>
            <a:chOff x="874077" y="3170859"/>
            <a:chExt cx="628650" cy="109791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405" y="3170859"/>
              <a:ext cx="98996" cy="5101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88719" y="3200044"/>
              <a:ext cx="0" cy="411480"/>
            </a:xfrm>
            <a:custGeom>
              <a:avLst/>
              <a:gdLst/>
              <a:ahLst/>
              <a:cxnLst/>
              <a:rect l="l" t="t" r="r" b="b"/>
              <a:pathLst>
                <a:path h="411479">
                  <a:moveTo>
                    <a:pt x="0" y="0"/>
                  </a:moveTo>
                  <a:lnTo>
                    <a:pt x="0" y="411480"/>
                  </a:lnTo>
                </a:path>
              </a:pathLst>
            </a:custGeom>
            <a:ln w="190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077" y="3640315"/>
              <a:ext cx="628561" cy="6282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4044" y="365724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40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98626" y="3827411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A0E1C"/>
                </a:solidFill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24304" y="3598824"/>
            <a:ext cx="1343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24304" y="4056011"/>
            <a:ext cx="1956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StandardScaler,</a:t>
            </a:r>
            <a:r>
              <a:rPr sz="1200" spc="-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fit on train 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only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74077" y="4222787"/>
            <a:ext cx="628650" cy="1097915"/>
            <a:chOff x="874077" y="4222787"/>
            <a:chExt cx="628650" cy="109791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9405" y="4222787"/>
              <a:ext cx="98996" cy="51013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188719" y="4251959"/>
              <a:ext cx="0" cy="411480"/>
            </a:xfrm>
            <a:custGeom>
              <a:avLst/>
              <a:gdLst/>
              <a:ahLst/>
              <a:cxnLst/>
              <a:rect l="l" t="t" r="r" b="b"/>
              <a:pathLst>
                <a:path h="411479">
                  <a:moveTo>
                    <a:pt x="0" y="0"/>
                  </a:moveTo>
                  <a:lnTo>
                    <a:pt x="0" y="411479"/>
                  </a:lnTo>
                </a:path>
              </a:pathLst>
            </a:custGeom>
            <a:ln w="190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077" y="4691875"/>
              <a:ext cx="628561" cy="62820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14044" y="470880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03306" y="9313"/>
                  </a:lnTo>
                  <a:lnTo>
                    <a:pt x="137160" y="36715"/>
                  </a:lnTo>
                  <a:lnTo>
                    <a:pt x="80317" y="80317"/>
                  </a:lnTo>
                  <a:lnTo>
                    <a:pt x="36715" y="137160"/>
                  </a:lnTo>
                  <a:lnTo>
                    <a:pt x="9313" y="203306"/>
                  </a:lnTo>
                  <a:lnTo>
                    <a:pt x="0" y="274320"/>
                  </a:lnTo>
                  <a:lnTo>
                    <a:pt x="2345" y="310226"/>
                  </a:lnTo>
                  <a:lnTo>
                    <a:pt x="20804" y="379209"/>
                  </a:lnTo>
                  <a:lnTo>
                    <a:pt x="56710" y="441397"/>
                  </a:lnTo>
                  <a:lnTo>
                    <a:pt x="107235" y="491916"/>
                  </a:lnTo>
                  <a:lnTo>
                    <a:pt x="169422" y="527830"/>
                  </a:lnTo>
                  <a:lnTo>
                    <a:pt x="238406" y="546294"/>
                  </a:lnTo>
                  <a:lnTo>
                    <a:pt x="274320" y="548640"/>
                  </a:lnTo>
                  <a:lnTo>
                    <a:pt x="310226" y="546294"/>
                  </a:lnTo>
                  <a:lnTo>
                    <a:pt x="379209" y="527830"/>
                  </a:lnTo>
                  <a:lnTo>
                    <a:pt x="441397" y="491916"/>
                  </a:lnTo>
                  <a:lnTo>
                    <a:pt x="491916" y="441397"/>
                  </a:lnTo>
                  <a:lnTo>
                    <a:pt x="527830" y="379209"/>
                  </a:lnTo>
                  <a:lnTo>
                    <a:pt x="546294" y="310226"/>
                  </a:lnTo>
                  <a:lnTo>
                    <a:pt x="548640" y="274320"/>
                  </a:lnTo>
                  <a:lnTo>
                    <a:pt x="546294" y="238406"/>
                  </a:lnTo>
                  <a:lnTo>
                    <a:pt x="527830" y="169422"/>
                  </a:lnTo>
                  <a:lnTo>
                    <a:pt x="491916" y="107235"/>
                  </a:lnTo>
                  <a:lnTo>
                    <a:pt x="441397" y="56710"/>
                  </a:lnTo>
                  <a:lnTo>
                    <a:pt x="379209" y="20804"/>
                  </a:lnTo>
                  <a:lnTo>
                    <a:pt x="310226" y="2345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724304" y="4650384"/>
            <a:ext cx="1353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Stratified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8626" y="4833114"/>
            <a:ext cx="2517775" cy="4826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b="1" spc="-25" dirty="0">
                <a:solidFill>
                  <a:srgbClr val="0A0E1C"/>
                </a:solidFill>
                <a:latin typeface="Calibri"/>
                <a:cs typeface="Calibri"/>
              </a:rPr>
              <a:t>04</a:t>
            </a:r>
            <a:endParaRPr sz="1200">
              <a:latin typeface="Calibri"/>
              <a:cs typeface="Calibri"/>
            </a:endParaRPr>
          </a:p>
          <a:p>
            <a:pPr marL="638175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70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/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15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/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15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with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class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balance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83717" y="1666062"/>
            <a:ext cx="4668520" cy="4119245"/>
            <a:chOff x="7083717" y="1666062"/>
            <a:chExt cx="4668520" cy="4119245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3717" y="1666062"/>
              <a:ext cx="4668126" cy="41191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131596" y="1690916"/>
              <a:ext cx="4572635" cy="4023995"/>
            </a:xfrm>
            <a:custGeom>
              <a:avLst/>
              <a:gdLst/>
              <a:ahLst/>
              <a:cxnLst/>
              <a:rect l="l" t="t" r="r" b="b"/>
              <a:pathLst>
                <a:path w="4572634" h="4023995">
                  <a:moveTo>
                    <a:pt x="201599" y="0"/>
                  </a:moveTo>
                  <a:lnTo>
                    <a:pt x="149447" y="6884"/>
                  </a:lnTo>
                  <a:lnTo>
                    <a:pt x="100799" y="27000"/>
                  </a:lnTo>
                  <a:lnTo>
                    <a:pt x="59226" y="59042"/>
                  </a:lnTo>
                  <a:lnTo>
                    <a:pt x="27368" y="100799"/>
                  </a:lnTo>
                  <a:lnTo>
                    <a:pt x="7253" y="149269"/>
                  </a:lnTo>
                  <a:lnTo>
                    <a:pt x="368" y="201244"/>
                  </a:lnTo>
                  <a:lnTo>
                    <a:pt x="0" y="3822484"/>
                  </a:lnTo>
                  <a:lnTo>
                    <a:pt x="1738" y="3848815"/>
                  </a:lnTo>
                  <a:lnTo>
                    <a:pt x="6848" y="3874458"/>
                  </a:lnTo>
                  <a:lnTo>
                    <a:pt x="6884" y="3874641"/>
                  </a:lnTo>
                  <a:lnTo>
                    <a:pt x="15235" y="3899282"/>
                  </a:lnTo>
                  <a:lnTo>
                    <a:pt x="15339" y="3899588"/>
                  </a:lnTo>
                  <a:lnTo>
                    <a:pt x="41671" y="3945185"/>
                  </a:lnTo>
                  <a:lnTo>
                    <a:pt x="78842" y="3982112"/>
                  </a:lnTo>
                  <a:lnTo>
                    <a:pt x="124445" y="4008388"/>
                  </a:lnTo>
                  <a:lnTo>
                    <a:pt x="174969" y="4021990"/>
                  </a:lnTo>
                  <a:lnTo>
                    <a:pt x="201244" y="4023728"/>
                  </a:lnTo>
                  <a:lnTo>
                    <a:pt x="4371124" y="4023728"/>
                  </a:lnTo>
                  <a:lnTo>
                    <a:pt x="4423281" y="4016843"/>
                  </a:lnTo>
                  <a:lnTo>
                    <a:pt x="4471924" y="3996728"/>
                  </a:lnTo>
                  <a:lnTo>
                    <a:pt x="4513503" y="3964686"/>
                  </a:lnTo>
                  <a:lnTo>
                    <a:pt x="4545368" y="3922928"/>
                  </a:lnTo>
                  <a:lnTo>
                    <a:pt x="4565421" y="3874641"/>
                  </a:lnTo>
                  <a:lnTo>
                    <a:pt x="4572368" y="3822484"/>
                  </a:lnTo>
                  <a:lnTo>
                    <a:pt x="4572344" y="201244"/>
                  </a:lnTo>
                  <a:lnTo>
                    <a:pt x="4565483" y="149447"/>
                  </a:lnTo>
                  <a:lnTo>
                    <a:pt x="4545368" y="100799"/>
                  </a:lnTo>
                  <a:lnTo>
                    <a:pt x="4513326" y="59226"/>
                  </a:lnTo>
                  <a:lnTo>
                    <a:pt x="4471568" y="27368"/>
                  </a:lnTo>
                  <a:lnTo>
                    <a:pt x="4423098" y="7253"/>
                  </a:lnTo>
                  <a:lnTo>
                    <a:pt x="4371124" y="368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31596" y="1690916"/>
              <a:ext cx="4572635" cy="4023995"/>
            </a:xfrm>
            <a:custGeom>
              <a:avLst/>
              <a:gdLst/>
              <a:ahLst/>
              <a:cxnLst/>
              <a:rect l="l" t="t" r="r" b="b"/>
              <a:pathLst>
                <a:path w="4572634" h="4023995">
                  <a:moveTo>
                    <a:pt x="368" y="201244"/>
                  </a:moveTo>
                  <a:lnTo>
                    <a:pt x="2106" y="174969"/>
                  </a:lnTo>
                  <a:lnTo>
                    <a:pt x="7253" y="149269"/>
                  </a:lnTo>
                  <a:lnTo>
                    <a:pt x="27368" y="100799"/>
                  </a:lnTo>
                  <a:lnTo>
                    <a:pt x="59226" y="59042"/>
                  </a:lnTo>
                  <a:lnTo>
                    <a:pt x="100799" y="27000"/>
                  </a:lnTo>
                  <a:lnTo>
                    <a:pt x="149447" y="6884"/>
                  </a:lnTo>
                  <a:lnTo>
                    <a:pt x="201599" y="0"/>
                  </a:lnTo>
                  <a:lnTo>
                    <a:pt x="4371124" y="368"/>
                  </a:lnTo>
                  <a:lnTo>
                    <a:pt x="4423098" y="7253"/>
                  </a:lnTo>
                  <a:lnTo>
                    <a:pt x="4471568" y="27368"/>
                  </a:lnTo>
                  <a:lnTo>
                    <a:pt x="4513326" y="59226"/>
                  </a:lnTo>
                  <a:lnTo>
                    <a:pt x="4545368" y="100799"/>
                  </a:lnTo>
                  <a:lnTo>
                    <a:pt x="4565483" y="149447"/>
                  </a:lnTo>
                  <a:lnTo>
                    <a:pt x="4572368" y="201599"/>
                  </a:lnTo>
                  <a:lnTo>
                    <a:pt x="4572368" y="3822484"/>
                  </a:lnTo>
                  <a:lnTo>
                    <a:pt x="4570630" y="3848758"/>
                  </a:lnTo>
                  <a:lnTo>
                    <a:pt x="4565483" y="3874458"/>
                  </a:lnTo>
                  <a:lnTo>
                    <a:pt x="4545368" y="3922928"/>
                  </a:lnTo>
                  <a:lnTo>
                    <a:pt x="4513503" y="3964686"/>
                  </a:lnTo>
                  <a:lnTo>
                    <a:pt x="4471924" y="3996728"/>
                  </a:lnTo>
                  <a:lnTo>
                    <a:pt x="4423281" y="4016843"/>
                  </a:lnTo>
                  <a:lnTo>
                    <a:pt x="4371124" y="4023728"/>
                  </a:lnTo>
                  <a:lnTo>
                    <a:pt x="201244" y="4023728"/>
                  </a:lnTo>
                  <a:lnTo>
                    <a:pt x="149269" y="4016843"/>
                  </a:lnTo>
                  <a:lnTo>
                    <a:pt x="100799" y="3996728"/>
                  </a:lnTo>
                  <a:lnTo>
                    <a:pt x="59042" y="3964863"/>
                  </a:lnTo>
                  <a:lnTo>
                    <a:pt x="27000" y="3923284"/>
                  </a:lnTo>
                  <a:lnTo>
                    <a:pt x="6884" y="3874641"/>
                  </a:lnTo>
                  <a:lnTo>
                    <a:pt x="0" y="3822484"/>
                  </a:lnTo>
                  <a:lnTo>
                    <a:pt x="368" y="201244"/>
                  </a:lnTo>
                  <a:close/>
                </a:path>
              </a:pathLst>
            </a:custGeom>
            <a:ln w="15839">
              <a:solidFill>
                <a:srgbClr val="FFA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3122" y="2131542"/>
              <a:ext cx="720356" cy="58285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543076" y="2148484"/>
              <a:ext cx="640715" cy="503555"/>
            </a:xfrm>
            <a:custGeom>
              <a:avLst/>
              <a:gdLst/>
              <a:ahLst/>
              <a:cxnLst/>
              <a:rect l="l" t="t" r="r" b="b"/>
              <a:pathLst>
                <a:path w="640715" h="503555">
                  <a:moveTo>
                    <a:pt x="75958" y="0"/>
                  </a:moveTo>
                  <a:lnTo>
                    <a:pt x="38163" y="10439"/>
                  </a:lnTo>
                  <a:lnTo>
                    <a:pt x="10439" y="37795"/>
                  </a:lnTo>
                  <a:lnTo>
                    <a:pt x="368" y="75590"/>
                  </a:lnTo>
                  <a:lnTo>
                    <a:pt x="0" y="427672"/>
                  </a:lnTo>
                  <a:lnTo>
                    <a:pt x="670" y="437580"/>
                  </a:lnTo>
                  <a:lnTo>
                    <a:pt x="15833" y="473759"/>
                  </a:lnTo>
                  <a:lnTo>
                    <a:pt x="46699" y="497505"/>
                  </a:lnTo>
                  <a:lnTo>
                    <a:pt x="75603" y="503275"/>
                  </a:lnTo>
                  <a:lnTo>
                    <a:pt x="564845" y="503275"/>
                  </a:lnTo>
                  <a:lnTo>
                    <a:pt x="602640" y="492836"/>
                  </a:lnTo>
                  <a:lnTo>
                    <a:pt x="630364" y="465480"/>
                  </a:lnTo>
                  <a:lnTo>
                    <a:pt x="640448" y="427672"/>
                  </a:lnTo>
                  <a:lnTo>
                    <a:pt x="640423" y="75590"/>
                  </a:lnTo>
                  <a:lnTo>
                    <a:pt x="630008" y="38150"/>
                  </a:lnTo>
                  <a:lnTo>
                    <a:pt x="602640" y="10439"/>
                  </a:lnTo>
                  <a:lnTo>
                    <a:pt x="564845" y="355"/>
                  </a:lnTo>
                  <a:lnTo>
                    <a:pt x="75958" y="0"/>
                  </a:lnTo>
                  <a:close/>
                </a:path>
              </a:pathLst>
            </a:custGeom>
            <a:solidFill>
              <a:srgbClr val="FFA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94917" y="1994750"/>
              <a:ext cx="536765" cy="3992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634884" y="2011680"/>
              <a:ext cx="457200" cy="320040"/>
            </a:xfrm>
            <a:custGeom>
              <a:avLst/>
              <a:gdLst/>
              <a:ahLst/>
              <a:cxnLst/>
              <a:rect l="l" t="t" r="r" b="b"/>
              <a:pathLst>
                <a:path w="457200" h="320039">
                  <a:moveTo>
                    <a:pt x="456831" y="0"/>
                  </a:moveTo>
                  <a:lnTo>
                    <a:pt x="0" y="0"/>
                  </a:lnTo>
                  <a:lnTo>
                    <a:pt x="0" y="319684"/>
                  </a:lnTo>
                  <a:lnTo>
                    <a:pt x="228600" y="319684"/>
                  </a:lnTo>
                  <a:lnTo>
                    <a:pt x="456831" y="319684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94917" y="1994382"/>
              <a:ext cx="536765" cy="2621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634884" y="2011324"/>
              <a:ext cx="457200" cy="182880"/>
            </a:xfrm>
            <a:custGeom>
              <a:avLst/>
              <a:gdLst/>
              <a:ahLst/>
              <a:cxnLst/>
              <a:rect l="l" t="t" r="r" b="b"/>
              <a:pathLst>
                <a:path w="457200" h="182880">
                  <a:moveTo>
                    <a:pt x="456831" y="0"/>
                  </a:moveTo>
                  <a:lnTo>
                    <a:pt x="0" y="0"/>
                  </a:lnTo>
                  <a:lnTo>
                    <a:pt x="0" y="182511"/>
                  </a:lnTo>
                  <a:lnTo>
                    <a:pt x="228600" y="182511"/>
                  </a:lnTo>
                  <a:lnTo>
                    <a:pt x="456831" y="182511"/>
                  </a:lnTo>
                  <a:lnTo>
                    <a:pt x="456831" y="0"/>
                  </a:lnTo>
                  <a:close/>
                </a:path>
              </a:pathLst>
            </a:custGeom>
            <a:solidFill>
              <a:srgbClr val="FFA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99424" y="2044344"/>
            <a:ext cx="2294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AF20"/>
                </a:solidFill>
                <a:latin typeface="Calibri"/>
                <a:cs typeface="Calibri"/>
              </a:rPr>
              <a:t>Why</a:t>
            </a:r>
            <a:r>
              <a:rPr sz="1800" b="1" spc="-40" dirty="0">
                <a:solidFill>
                  <a:srgbClr val="FFAF2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AF20"/>
                </a:solidFill>
                <a:latin typeface="Calibri"/>
                <a:cs typeface="Calibri"/>
              </a:rPr>
              <a:t>fit</a:t>
            </a:r>
            <a:r>
              <a:rPr sz="1800" b="1" spc="-35" dirty="0">
                <a:solidFill>
                  <a:srgbClr val="FFAF2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AF20"/>
                </a:solidFill>
                <a:latin typeface="Calibri"/>
                <a:cs typeface="Calibri"/>
              </a:rPr>
              <a:t>AFTER</a:t>
            </a:r>
            <a:r>
              <a:rPr sz="1800" b="1" spc="-40" dirty="0">
                <a:solidFill>
                  <a:srgbClr val="FFAF2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AF20"/>
                </a:solidFill>
                <a:latin typeface="Calibri"/>
                <a:cs typeface="Calibri"/>
              </a:rPr>
              <a:t>the</a:t>
            </a:r>
            <a:r>
              <a:rPr sz="1800" b="1" spc="-35" dirty="0">
                <a:solidFill>
                  <a:srgbClr val="FFAF2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AF20"/>
                </a:solidFill>
                <a:latin typeface="Calibri"/>
                <a:cs typeface="Calibri"/>
              </a:rPr>
              <a:t>split?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30744" y="2821584"/>
            <a:ext cx="377761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Fitting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StandardScaler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full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dataset</a:t>
            </a:r>
            <a:r>
              <a:rPr sz="13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would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leak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validation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test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statistics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into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training.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We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fit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9CB2CC"/>
                </a:solidFill>
                <a:latin typeface="Calibri"/>
                <a:cs typeface="Calibri"/>
              </a:rPr>
              <a:t>the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scaler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only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3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training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set,</a:t>
            </a:r>
            <a:r>
              <a:rPr sz="13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then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transform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validation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and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test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with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same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parameters.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30744" y="3813378"/>
            <a:ext cx="275653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This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keeps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every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reported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metric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honest.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Stratified</a:t>
            </a:r>
            <a:r>
              <a:rPr spc="-95" dirty="0"/>
              <a:t> </a:t>
            </a:r>
            <a:r>
              <a:rPr dirty="0"/>
              <a:t>split</a:t>
            </a:r>
            <a:r>
              <a:rPr spc="-95" dirty="0"/>
              <a:t> </a:t>
            </a:r>
            <a:r>
              <a:rPr dirty="0"/>
              <a:t>preserves</a:t>
            </a:r>
            <a:r>
              <a:rPr spc="-95" dirty="0"/>
              <a:t> </a:t>
            </a:r>
            <a:r>
              <a:rPr dirty="0"/>
              <a:t>class</a:t>
            </a:r>
            <a:r>
              <a:rPr spc="-90" dirty="0"/>
              <a:t> </a:t>
            </a:r>
            <a:r>
              <a:rPr spc="-10" dirty="0"/>
              <a:t>balance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1565" y="2360142"/>
            <a:ext cx="10808335" cy="902335"/>
            <a:chOff x="691565" y="2360142"/>
            <a:chExt cx="10808335" cy="902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565" y="2360142"/>
              <a:ext cx="7589520" cy="90218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19" y="2377084"/>
              <a:ext cx="7510145" cy="822960"/>
            </a:xfrm>
            <a:custGeom>
              <a:avLst/>
              <a:gdLst/>
              <a:ahLst/>
              <a:cxnLst/>
              <a:rect l="l" t="t" r="r" b="b"/>
              <a:pathLst>
                <a:path w="7510145" h="822960">
                  <a:moveTo>
                    <a:pt x="7509598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3754805" y="822591"/>
                  </a:lnTo>
                  <a:lnTo>
                    <a:pt x="7509598" y="822591"/>
                  </a:lnTo>
                  <a:lnTo>
                    <a:pt x="7509598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1164" y="2360142"/>
              <a:ext cx="1688757" cy="9021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41118" y="2377084"/>
              <a:ext cx="1609090" cy="822960"/>
            </a:xfrm>
            <a:custGeom>
              <a:avLst/>
              <a:gdLst/>
              <a:ahLst/>
              <a:cxnLst/>
              <a:rect l="l" t="t" r="r" b="b"/>
              <a:pathLst>
                <a:path w="1609090" h="822960">
                  <a:moveTo>
                    <a:pt x="1608835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804595" y="822591"/>
                  </a:lnTo>
                  <a:lnTo>
                    <a:pt x="1608835" y="822591"/>
                  </a:lnTo>
                  <a:lnTo>
                    <a:pt x="1608835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0724" y="2360142"/>
              <a:ext cx="1688757" cy="902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850678" y="2377084"/>
              <a:ext cx="1609090" cy="822960"/>
            </a:xfrm>
            <a:custGeom>
              <a:avLst/>
              <a:gdLst/>
              <a:ahLst/>
              <a:cxnLst/>
              <a:rect l="l" t="t" r="r" b="b"/>
              <a:pathLst>
                <a:path w="1609090" h="822960">
                  <a:moveTo>
                    <a:pt x="1608835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804595" y="822591"/>
                  </a:lnTo>
                  <a:lnTo>
                    <a:pt x="1608835" y="822591"/>
                  </a:lnTo>
                  <a:lnTo>
                    <a:pt x="1608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95254" y="1952904"/>
            <a:ext cx="7810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DFFF"/>
                </a:solidFill>
                <a:latin typeface="Calibri"/>
                <a:cs typeface="Calibri"/>
              </a:rPr>
              <a:t>Train</a:t>
            </a:r>
            <a:r>
              <a:rPr sz="1400" b="1" spc="17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DFFF"/>
                </a:solidFill>
                <a:latin typeface="Calibri"/>
                <a:cs typeface="Calibri"/>
              </a:rPr>
              <a:t>70%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5576" y="1952891"/>
            <a:ext cx="998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FA7C7"/>
                </a:solidFill>
                <a:latin typeface="Calibri"/>
                <a:cs typeface="Calibri"/>
              </a:rPr>
              <a:t>Validation</a:t>
            </a:r>
            <a:r>
              <a:rPr sz="1200" b="1" spc="110" dirty="0">
                <a:solidFill>
                  <a:srgbClr val="4FA7C7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4FA7C7"/>
                </a:solidFill>
                <a:latin typeface="Calibri"/>
                <a:cs typeface="Calibri"/>
              </a:rPr>
              <a:t>15%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49903" y="1952891"/>
            <a:ext cx="610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1200" b="1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15%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6155" y="3726700"/>
            <a:ext cx="7553959" cy="1644014"/>
            <a:chOff x="686155" y="3726700"/>
            <a:chExt cx="7553959" cy="1644014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155" y="3726700"/>
              <a:ext cx="7553883" cy="164377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30796" y="3748316"/>
              <a:ext cx="7465059" cy="1555115"/>
            </a:xfrm>
            <a:custGeom>
              <a:avLst/>
              <a:gdLst/>
              <a:ahLst/>
              <a:cxnLst/>
              <a:rect l="l" t="t" r="r" b="b"/>
              <a:pathLst>
                <a:path w="7465059" h="1555114">
                  <a:moveTo>
                    <a:pt x="78117" y="0"/>
                  </a:moveTo>
                  <a:lnTo>
                    <a:pt x="39243" y="10439"/>
                  </a:lnTo>
                  <a:lnTo>
                    <a:pt x="10807" y="38887"/>
                  </a:lnTo>
                  <a:lnTo>
                    <a:pt x="368" y="77762"/>
                  </a:lnTo>
                  <a:lnTo>
                    <a:pt x="0" y="1477086"/>
                  </a:lnTo>
                  <a:lnTo>
                    <a:pt x="670" y="1487260"/>
                  </a:lnTo>
                  <a:lnTo>
                    <a:pt x="16100" y="1524458"/>
                  </a:lnTo>
                  <a:lnTo>
                    <a:pt x="48047" y="1548922"/>
                  </a:lnTo>
                  <a:lnTo>
                    <a:pt x="77762" y="1554848"/>
                  </a:lnTo>
                  <a:lnTo>
                    <a:pt x="7386840" y="1554848"/>
                  </a:lnTo>
                  <a:lnTo>
                    <a:pt x="7425728" y="1544408"/>
                  </a:lnTo>
                  <a:lnTo>
                    <a:pt x="7454163" y="1515960"/>
                  </a:lnTo>
                  <a:lnTo>
                    <a:pt x="7464602" y="1477086"/>
                  </a:lnTo>
                  <a:lnTo>
                    <a:pt x="7464579" y="77762"/>
                  </a:lnTo>
                  <a:lnTo>
                    <a:pt x="7454163" y="39242"/>
                  </a:lnTo>
                  <a:lnTo>
                    <a:pt x="7425728" y="10807"/>
                  </a:lnTo>
                  <a:lnTo>
                    <a:pt x="7386840" y="368"/>
                  </a:lnTo>
                  <a:lnTo>
                    <a:pt x="7811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0796" y="3748316"/>
              <a:ext cx="7465059" cy="1555115"/>
            </a:xfrm>
            <a:custGeom>
              <a:avLst/>
              <a:gdLst/>
              <a:ahLst/>
              <a:cxnLst/>
              <a:rect l="l" t="t" r="r" b="b"/>
              <a:pathLst>
                <a:path w="7465059" h="1555114">
                  <a:moveTo>
                    <a:pt x="368" y="77762"/>
                  </a:moveTo>
                  <a:lnTo>
                    <a:pt x="1036" y="67587"/>
                  </a:lnTo>
                  <a:lnTo>
                    <a:pt x="3021" y="57648"/>
                  </a:lnTo>
                  <a:lnTo>
                    <a:pt x="23134" y="22772"/>
                  </a:lnTo>
                  <a:lnTo>
                    <a:pt x="58008" y="2657"/>
                  </a:lnTo>
                  <a:lnTo>
                    <a:pt x="78117" y="0"/>
                  </a:lnTo>
                  <a:lnTo>
                    <a:pt x="7386840" y="368"/>
                  </a:lnTo>
                  <a:lnTo>
                    <a:pt x="7425728" y="10807"/>
                  </a:lnTo>
                  <a:lnTo>
                    <a:pt x="7454163" y="39242"/>
                  </a:lnTo>
                  <a:lnTo>
                    <a:pt x="7464602" y="78117"/>
                  </a:lnTo>
                  <a:lnTo>
                    <a:pt x="7464602" y="1477086"/>
                  </a:lnTo>
                  <a:lnTo>
                    <a:pt x="7463934" y="1487260"/>
                  </a:lnTo>
                  <a:lnTo>
                    <a:pt x="7461950" y="1497199"/>
                  </a:lnTo>
                  <a:lnTo>
                    <a:pt x="7441831" y="1532075"/>
                  </a:lnTo>
                  <a:lnTo>
                    <a:pt x="7406955" y="1552190"/>
                  </a:lnTo>
                  <a:lnTo>
                    <a:pt x="7386840" y="1554848"/>
                  </a:lnTo>
                  <a:lnTo>
                    <a:pt x="77762" y="1554848"/>
                  </a:lnTo>
                  <a:lnTo>
                    <a:pt x="38887" y="1544408"/>
                  </a:lnTo>
                  <a:lnTo>
                    <a:pt x="10439" y="1515960"/>
                  </a:lnTo>
                  <a:lnTo>
                    <a:pt x="0" y="1477086"/>
                  </a:lnTo>
                  <a:lnTo>
                    <a:pt x="368" y="77762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7064" y="3918864"/>
            <a:ext cx="441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solidFill>
                  <a:srgbClr val="00DFFF"/>
                </a:solidFill>
                <a:latin typeface="Calibri"/>
                <a:cs typeface="Calibri"/>
              </a:rPr>
              <a:t>Train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7064" y="4376064"/>
            <a:ext cx="1452880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~732,884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flows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Model</a:t>
            </a:r>
            <a:r>
              <a:rPr sz="1100" spc="-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fitting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41842" y="3726700"/>
            <a:ext cx="1607820" cy="1644014"/>
            <a:chOff x="8241842" y="3726700"/>
            <a:chExt cx="1607820" cy="1644014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1842" y="3726700"/>
              <a:ext cx="1607400" cy="164377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286483" y="3748316"/>
              <a:ext cx="1518285" cy="1555115"/>
            </a:xfrm>
            <a:custGeom>
              <a:avLst/>
              <a:gdLst/>
              <a:ahLst/>
              <a:cxnLst/>
              <a:rect l="l" t="t" r="r" b="b"/>
              <a:pathLst>
                <a:path w="1518284" h="1555114">
                  <a:moveTo>
                    <a:pt x="76314" y="0"/>
                  </a:moveTo>
                  <a:lnTo>
                    <a:pt x="38150" y="10083"/>
                  </a:lnTo>
                  <a:lnTo>
                    <a:pt x="10439" y="38163"/>
                  </a:lnTo>
                  <a:lnTo>
                    <a:pt x="355" y="75958"/>
                  </a:lnTo>
                  <a:lnTo>
                    <a:pt x="0" y="1478889"/>
                  </a:lnTo>
                  <a:lnTo>
                    <a:pt x="662" y="1488845"/>
                  </a:lnTo>
                  <a:lnTo>
                    <a:pt x="2571" y="1498458"/>
                  </a:lnTo>
                  <a:lnTo>
                    <a:pt x="2606" y="1498636"/>
                  </a:lnTo>
                  <a:lnTo>
                    <a:pt x="22358" y="1532655"/>
                  </a:lnTo>
                  <a:lnTo>
                    <a:pt x="56383" y="1552235"/>
                  </a:lnTo>
                  <a:lnTo>
                    <a:pt x="75958" y="1554848"/>
                  </a:lnTo>
                  <a:lnTo>
                    <a:pt x="1442161" y="1554848"/>
                  </a:lnTo>
                  <a:lnTo>
                    <a:pt x="1480311" y="1544764"/>
                  </a:lnTo>
                  <a:lnTo>
                    <a:pt x="1508036" y="1516684"/>
                  </a:lnTo>
                  <a:lnTo>
                    <a:pt x="1518119" y="1478889"/>
                  </a:lnTo>
                  <a:lnTo>
                    <a:pt x="1518095" y="75958"/>
                  </a:lnTo>
                  <a:lnTo>
                    <a:pt x="1508036" y="38163"/>
                  </a:lnTo>
                  <a:lnTo>
                    <a:pt x="1479956" y="10439"/>
                  </a:lnTo>
                  <a:lnTo>
                    <a:pt x="1442161" y="368"/>
                  </a:lnTo>
                  <a:lnTo>
                    <a:pt x="7631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86483" y="3748316"/>
              <a:ext cx="1518285" cy="1555115"/>
            </a:xfrm>
            <a:custGeom>
              <a:avLst/>
              <a:gdLst/>
              <a:ahLst/>
              <a:cxnLst/>
              <a:rect l="l" t="t" r="r" b="b"/>
              <a:pathLst>
                <a:path w="1518284" h="1555114">
                  <a:moveTo>
                    <a:pt x="355" y="75958"/>
                  </a:moveTo>
                  <a:lnTo>
                    <a:pt x="1020" y="66058"/>
                  </a:lnTo>
                  <a:lnTo>
                    <a:pt x="2968" y="56389"/>
                  </a:lnTo>
                  <a:lnTo>
                    <a:pt x="22537" y="22371"/>
                  </a:lnTo>
                  <a:lnTo>
                    <a:pt x="56561" y="2613"/>
                  </a:lnTo>
                  <a:lnTo>
                    <a:pt x="76314" y="0"/>
                  </a:lnTo>
                  <a:lnTo>
                    <a:pt x="1442161" y="368"/>
                  </a:lnTo>
                  <a:lnTo>
                    <a:pt x="1479956" y="10439"/>
                  </a:lnTo>
                  <a:lnTo>
                    <a:pt x="1508036" y="38163"/>
                  </a:lnTo>
                  <a:lnTo>
                    <a:pt x="1518119" y="76326"/>
                  </a:lnTo>
                  <a:lnTo>
                    <a:pt x="1518119" y="1478889"/>
                  </a:lnTo>
                  <a:lnTo>
                    <a:pt x="1517455" y="1488790"/>
                  </a:lnTo>
                  <a:lnTo>
                    <a:pt x="1515506" y="1498458"/>
                  </a:lnTo>
                  <a:lnTo>
                    <a:pt x="1495926" y="1532477"/>
                  </a:lnTo>
                  <a:lnTo>
                    <a:pt x="1461908" y="1552235"/>
                  </a:lnTo>
                  <a:lnTo>
                    <a:pt x="1442161" y="1554848"/>
                  </a:lnTo>
                  <a:lnTo>
                    <a:pt x="75958" y="1554848"/>
                  </a:lnTo>
                  <a:lnTo>
                    <a:pt x="38150" y="1544764"/>
                  </a:lnTo>
                  <a:lnTo>
                    <a:pt x="10071" y="1517040"/>
                  </a:lnTo>
                  <a:lnTo>
                    <a:pt x="0" y="1478889"/>
                  </a:lnTo>
                  <a:lnTo>
                    <a:pt x="355" y="75958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502739" y="3918864"/>
            <a:ext cx="876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4FA7C7"/>
                </a:solidFill>
                <a:latin typeface="Calibri"/>
                <a:cs typeface="Calibri"/>
              </a:rPr>
              <a:t>Validation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02739" y="4376064"/>
            <a:ext cx="1072515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~157,047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flows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Tuning</a:t>
            </a:r>
            <a:r>
              <a:rPr sz="11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&amp;</a:t>
            </a:r>
            <a:r>
              <a:rPr sz="11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selection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851402" y="3726700"/>
            <a:ext cx="1699260" cy="1644014"/>
            <a:chOff x="9851402" y="3726700"/>
            <a:chExt cx="1699260" cy="1644014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51402" y="3726700"/>
              <a:ext cx="1698840" cy="16437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896043" y="3748316"/>
              <a:ext cx="1609725" cy="1555115"/>
            </a:xfrm>
            <a:custGeom>
              <a:avLst/>
              <a:gdLst/>
              <a:ahLst/>
              <a:cxnLst/>
              <a:rect l="l" t="t" r="r" b="b"/>
              <a:pathLst>
                <a:path w="1609725" h="1555114">
                  <a:moveTo>
                    <a:pt x="78117" y="0"/>
                  </a:moveTo>
                  <a:lnTo>
                    <a:pt x="39243" y="10439"/>
                  </a:lnTo>
                  <a:lnTo>
                    <a:pt x="10795" y="38887"/>
                  </a:lnTo>
                  <a:lnTo>
                    <a:pt x="355" y="77762"/>
                  </a:lnTo>
                  <a:lnTo>
                    <a:pt x="0" y="1477086"/>
                  </a:lnTo>
                  <a:lnTo>
                    <a:pt x="668" y="1487260"/>
                  </a:lnTo>
                  <a:lnTo>
                    <a:pt x="16095" y="1524458"/>
                  </a:lnTo>
                  <a:lnTo>
                    <a:pt x="48040" y="1548922"/>
                  </a:lnTo>
                  <a:lnTo>
                    <a:pt x="77762" y="1554848"/>
                  </a:lnTo>
                  <a:lnTo>
                    <a:pt x="1531797" y="1554848"/>
                  </a:lnTo>
                  <a:lnTo>
                    <a:pt x="1570672" y="1544408"/>
                  </a:lnTo>
                  <a:lnTo>
                    <a:pt x="1599120" y="1515960"/>
                  </a:lnTo>
                  <a:lnTo>
                    <a:pt x="1609559" y="1477086"/>
                  </a:lnTo>
                  <a:lnTo>
                    <a:pt x="1609536" y="77762"/>
                  </a:lnTo>
                  <a:lnTo>
                    <a:pt x="1599120" y="39242"/>
                  </a:lnTo>
                  <a:lnTo>
                    <a:pt x="1570672" y="10807"/>
                  </a:lnTo>
                  <a:lnTo>
                    <a:pt x="1531797" y="368"/>
                  </a:lnTo>
                  <a:lnTo>
                    <a:pt x="7811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896043" y="3748316"/>
              <a:ext cx="1609725" cy="1555115"/>
            </a:xfrm>
            <a:custGeom>
              <a:avLst/>
              <a:gdLst/>
              <a:ahLst/>
              <a:cxnLst/>
              <a:rect l="l" t="t" r="r" b="b"/>
              <a:pathLst>
                <a:path w="1609725" h="1555114">
                  <a:moveTo>
                    <a:pt x="355" y="77762"/>
                  </a:moveTo>
                  <a:lnTo>
                    <a:pt x="1025" y="67587"/>
                  </a:lnTo>
                  <a:lnTo>
                    <a:pt x="3013" y="57648"/>
                  </a:lnTo>
                  <a:lnTo>
                    <a:pt x="23128" y="22772"/>
                  </a:lnTo>
                  <a:lnTo>
                    <a:pt x="58004" y="2657"/>
                  </a:lnTo>
                  <a:lnTo>
                    <a:pt x="78117" y="0"/>
                  </a:lnTo>
                  <a:lnTo>
                    <a:pt x="1531797" y="368"/>
                  </a:lnTo>
                  <a:lnTo>
                    <a:pt x="1570672" y="10807"/>
                  </a:lnTo>
                  <a:lnTo>
                    <a:pt x="1599120" y="39242"/>
                  </a:lnTo>
                  <a:lnTo>
                    <a:pt x="1609559" y="78117"/>
                  </a:lnTo>
                  <a:lnTo>
                    <a:pt x="1609559" y="1477086"/>
                  </a:lnTo>
                  <a:lnTo>
                    <a:pt x="1608889" y="1487260"/>
                  </a:lnTo>
                  <a:lnTo>
                    <a:pt x="1606902" y="1497199"/>
                  </a:lnTo>
                  <a:lnTo>
                    <a:pt x="1586787" y="1532075"/>
                  </a:lnTo>
                  <a:lnTo>
                    <a:pt x="1551911" y="1552190"/>
                  </a:lnTo>
                  <a:lnTo>
                    <a:pt x="1531797" y="1554848"/>
                  </a:lnTo>
                  <a:lnTo>
                    <a:pt x="77762" y="1554848"/>
                  </a:lnTo>
                  <a:lnTo>
                    <a:pt x="38874" y="1544408"/>
                  </a:lnTo>
                  <a:lnTo>
                    <a:pt x="10439" y="1515960"/>
                  </a:lnTo>
                  <a:lnTo>
                    <a:pt x="0" y="1477086"/>
                  </a:lnTo>
                  <a:lnTo>
                    <a:pt x="355" y="77762"/>
                  </a:lnTo>
                  <a:close/>
                </a:path>
              </a:pathLst>
            </a:custGeom>
            <a:ln w="93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112299" y="3918864"/>
            <a:ext cx="358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12299" y="4376064"/>
            <a:ext cx="1138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~157,046</a:t>
            </a:r>
            <a:r>
              <a:rPr sz="1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flows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112299" y="4814900"/>
            <a:ext cx="9201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Final</a:t>
            </a:r>
            <a:r>
              <a:rPr sz="1100" spc="-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evaluation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858959" y="1530718"/>
            <a:ext cx="1830705" cy="458470"/>
            <a:chOff x="9858959" y="1530718"/>
            <a:chExt cx="1830705" cy="45847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58959" y="1530718"/>
              <a:ext cx="1830235" cy="45792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905403" y="1554124"/>
              <a:ext cx="1737360" cy="365760"/>
            </a:xfrm>
            <a:custGeom>
              <a:avLst/>
              <a:gdLst/>
              <a:ahLst/>
              <a:cxnLst/>
              <a:rect l="l" t="t" r="r" b="b"/>
              <a:pathLst>
                <a:path w="1737359" h="365760">
                  <a:moveTo>
                    <a:pt x="1590840" y="0"/>
                  </a:moveTo>
                  <a:lnTo>
                    <a:pt x="146151" y="0"/>
                  </a:lnTo>
                  <a:lnTo>
                    <a:pt x="126308" y="1264"/>
                  </a:lnTo>
                  <a:lnTo>
                    <a:pt x="126836" y="1264"/>
                  </a:lnTo>
                  <a:lnTo>
                    <a:pt x="108404" y="4857"/>
                  </a:lnTo>
                  <a:lnTo>
                    <a:pt x="73075" y="19430"/>
                  </a:lnTo>
                  <a:lnTo>
                    <a:pt x="42748" y="42748"/>
                  </a:lnTo>
                  <a:lnTo>
                    <a:pt x="19430" y="73075"/>
                  </a:lnTo>
                  <a:lnTo>
                    <a:pt x="4991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191" y="238298"/>
                  </a:lnTo>
                  <a:lnTo>
                    <a:pt x="1214" y="238661"/>
                  </a:lnTo>
                  <a:lnTo>
                    <a:pt x="4786" y="256987"/>
                  </a:lnTo>
                  <a:lnTo>
                    <a:pt x="4857" y="257352"/>
                  </a:lnTo>
                  <a:lnTo>
                    <a:pt x="10808" y="275072"/>
                  </a:lnTo>
                  <a:lnTo>
                    <a:pt x="10929" y="275434"/>
                  </a:lnTo>
                  <a:lnTo>
                    <a:pt x="30145" y="308649"/>
                  </a:lnTo>
                  <a:lnTo>
                    <a:pt x="57103" y="335603"/>
                  </a:lnTo>
                  <a:lnTo>
                    <a:pt x="90319" y="354669"/>
                  </a:lnTo>
                  <a:lnTo>
                    <a:pt x="146151" y="365760"/>
                  </a:lnTo>
                  <a:lnTo>
                    <a:pt x="1591195" y="365391"/>
                  </a:lnTo>
                  <a:lnTo>
                    <a:pt x="1647034" y="354461"/>
                  </a:lnTo>
                  <a:lnTo>
                    <a:pt x="1680250" y="335246"/>
                  </a:lnTo>
                  <a:lnTo>
                    <a:pt x="1707209" y="308288"/>
                  </a:lnTo>
                  <a:lnTo>
                    <a:pt x="1726269" y="275072"/>
                  </a:lnTo>
                  <a:lnTo>
                    <a:pt x="1732239" y="257352"/>
                  </a:lnTo>
                  <a:lnTo>
                    <a:pt x="1732362" y="256987"/>
                  </a:lnTo>
                  <a:lnTo>
                    <a:pt x="1736021" y="238661"/>
                  </a:lnTo>
                  <a:lnTo>
                    <a:pt x="1736093" y="238298"/>
                  </a:lnTo>
                  <a:lnTo>
                    <a:pt x="1737336" y="219595"/>
                  </a:lnTo>
                  <a:lnTo>
                    <a:pt x="1736991" y="146151"/>
                  </a:lnTo>
                  <a:lnTo>
                    <a:pt x="1726061" y="90314"/>
                  </a:lnTo>
                  <a:lnTo>
                    <a:pt x="1706848" y="57103"/>
                  </a:lnTo>
                  <a:lnTo>
                    <a:pt x="1679893" y="30145"/>
                  </a:lnTo>
                  <a:lnTo>
                    <a:pt x="1646677" y="11079"/>
                  </a:lnTo>
                  <a:lnTo>
                    <a:pt x="1609900" y="1264"/>
                  </a:lnTo>
                  <a:lnTo>
                    <a:pt x="159084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05403" y="1554124"/>
              <a:ext cx="1737360" cy="365760"/>
            </a:xfrm>
            <a:custGeom>
              <a:avLst/>
              <a:gdLst/>
              <a:ahLst/>
              <a:cxnLst/>
              <a:rect l="l" t="t" r="r" b="b"/>
              <a:pathLst>
                <a:path w="1737359" h="365760">
                  <a:moveTo>
                    <a:pt x="0" y="146151"/>
                  </a:moveTo>
                  <a:lnTo>
                    <a:pt x="1264" y="127091"/>
                  </a:lnTo>
                  <a:lnTo>
                    <a:pt x="4991" y="108399"/>
                  </a:lnTo>
                  <a:lnTo>
                    <a:pt x="19430" y="73075"/>
                  </a:lnTo>
                  <a:lnTo>
                    <a:pt x="42748" y="42748"/>
                  </a:lnTo>
                  <a:lnTo>
                    <a:pt x="73075" y="19430"/>
                  </a:lnTo>
                  <a:lnTo>
                    <a:pt x="108404" y="4857"/>
                  </a:lnTo>
                  <a:lnTo>
                    <a:pt x="146151" y="0"/>
                  </a:lnTo>
                  <a:lnTo>
                    <a:pt x="1590840" y="0"/>
                  </a:lnTo>
                  <a:lnTo>
                    <a:pt x="1646677" y="11079"/>
                  </a:lnTo>
                  <a:lnTo>
                    <a:pt x="1679893" y="30145"/>
                  </a:lnTo>
                  <a:lnTo>
                    <a:pt x="1706848" y="57103"/>
                  </a:lnTo>
                  <a:lnTo>
                    <a:pt x="1726061" y="90314"/>
                  </a:lnTo>
                  <a:lnTo>
                    <a:pt x="1736991" y="146151"/>
                  </a:lnTo>
                  <a:lnTo>
                    <a:pt x="1737360" y="219240"/>
                  </a:lnTo>
                  <a:lnTo>
                    <a:pt x="1736093" y="238298"/>
                  </a:lnTo>
                  <a:lnTo>
                    <a:pt x="1732362" y="256987"/>
                  </a:lnTo>
                  <a:lnTo>
                    <a:pt x="1717916" y="292315"/>
                  </a:lnTo>
                  <a:lnTo>
                    <a:pt x="1694608" y="322643"/>
                  </a:lnTo>
                  <a:lnTo>
                    <a:pt x="1664271" y="345960"/>
                  </a:lnTo>
                  <a:lnTo>
                    <a:pt x="1628952" y="360533"/>
                  </a:lnTo>
                  <a:lnTo>
                    <a:pt x="146151" y="365760"/>
                  </a:lnTo>
                  <a:lnTo>
                    <a:pt x="90319" y="354669"/>
                  </a:lnTo>
                  <a:lnTo>
                    <a:pt x="57103" y="335603"/>
                  </a:lnTo>
                  <a:lnTo>
                    <a:pt x="30145" y="308649"/>
                  </a:lnTo>
                  <a:lnTo>
                    <a:pt x="10929" y="275434"/>
                  </a:lnTo>
                  <a:lnTo>
                    <a:pt x="0" y="219595"/>
                  </a:lnTo>
                  <a:lnTo>
                    <a:pt x="0" y="146151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353865" y="1640420"/>
            <a:ext cx="8394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FFF"/>
                </a:solidFill>
                <a:latin typeface="Calibri"/>
                <a:cs typeface="Calibri"/>
              </a:rPr>
              <a:t>Stratified</a:t>
            </a:r>
            <a:r>
              <a:rPr sz="1100" b="1" spc="1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DFFF"/>
                </a:solidFill>
                <a:latin typeface="Calibri"/>
                <a:cs typeface="Calibri"/>
              </a:rPr>
              <a:t>split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47616" y="6204864"/>
            <a:ext cx="34982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Class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proportions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held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constant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across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all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three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sets.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-60" dirty="0"/>
              <a:t> </a:t>
            </a:r>
            <a:r>
              <a:rPr dirty="0"/>
              <a:t>simple</a:t>
            </a:r>
            <a:r>
              <a:rPr spc="-60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linear</a:t>
            </a:r>
            <a:r>
              <a:rPr spc="-60" dirty="0"/>
              <a:t> </a:t>
            </a:r>
            <a:r>
              <a:rPr spc="-10" dirty="0"/>
              <a:t>baseline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5920" y="433781"/>
            <a:ext cx="1464945" cy="412750"/>
            <a:chOff x="10285920" y="433781"/>
            <a:chExt cx="1464945" cy="412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5920" y="433781"/>
              <a:ext cx="1464475" cy="412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128524" y="0"/>
                  </a:moveTo>
                  <a:lnTo>
                    <a:pt x="79466" y="9869"/>
                  </a:lnTo>
                  <a:lnTo>
                    <a:pt x="37939" y="37571"/>
                  </a:lnTo>
                  <a:lnTo>
                    <a:pt x="10082" y="79149"/>
                  </a:lnTo>
                  <a:lnTo>
                    <a:pt x="368" y="128155"/>
                  </a:lnTo>
                  <a:lnTo>
                    <a:pt x="0" y="192239"/>
                  </a:lnTo>
                  <a:lnTo>
                    <a:pt x="1120" y="208932"/>
                  </a:lnTo>
                  <a:lnTo>
                    <a:pt x="17284" y="256311"/>
                  </a:lnTo>
                  <a:lnTo>
                    <a:pt x="50138" y="293828"/>
                  </a:lnTo>
                  <a:lnTo>
                    <a:pt x="95045" y="316072"/>
                  </a:lnTo>
                  <a:lnTo>
                    <a:pt x="128168" y="320395"/>
                  </a:lnTo>
                  <a:lnTo>
                    <a:pt x="1243799" y="320395"/>
                  </a:lnTo>
                  <a:lnTo>
                    <a:pt x="1259902" y="319314"/>
                  </a:lnTo>
                  <a:lnTo>
                    <a:pt x="1260401" y="319314"/>
                  </a:lnTo>
                  <a:lnTo>
                    <a:pt x="1307884" y="303110"/>
                  </a:lnTo>
                  <a:lnTo>
                    <a:pt x="1345395" y="270258"/>
                  </a:lnTo>
                  <a:lnTo>
                    <a:pt x="1367600" y="225490"/>
                  </a:lnTo>
                  <a:lnTo>
                    <a:pt x="1371968" y="192239"/>
                  </a:lnTo>
                  <a:lnTo>
                    <a:pt x="1371944" y="128155"/>
                  </a:lnTo>
                  <a:lnTo>
                    <a:pt x="1362093" y="79460"/>
                  </a:lnTo>
                  <a:lnTo>
                    <a:pt x="1334389" y="37930"/>
                  </a:lnTo>
                  <a:lnTo>
                    <a:pt x="1292807" y="10080"/>
                  </a:lnTo>
                  <a:lnTo>
                    <a:pt x="1243799" y="355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368" y="128155"/>
                  </a:moveTo>
                  <a:lnTo>
                    <a:pt x="1447" y="111463"/>
                  </a:lnTo>
                  <a:lnTo>
                    <a:pt x="4684" y="95037"/>
                  </a:lnTo>
                  <a:lnTo>
                    <a:pt x="26929" y="50131"/>
                  </a:lnTo>
                  <a:lnTo>
                    <a:pt x="64439" y="17272"/>
                  </a:lnTo>
                  <a:lnTo>
                    <a:pt x="111676" y="1130"/>
                  </a:lnTo>
                  <a:lnTo>
                    <a:pt x="128524" y="0"/>
                  </a:lnTo>
                  <a:lnTo>
                    <a:pt x="1243799" y="355"/>
                  </a:lnTo>
                  <a:lnTo>
                    <a:pt x="1292807" y="10080"/>
                  </a:lnTo>
                  <a:lnTo>
                    <a:pt x="1334389" y="37930"/>
                  </a:lnTo>
                  <a:lnTo>
                    <a:pt x="1362093" y="79460"/>
                  </a:lnTo>
                  <a:lnTo>
                    <a:pt x="1371968" y="128511"/>
                  </a:lnTo>
                  <a:lnTo>
                    <a:pt x="1371968" y="192239"/>
                  </a:lnTo>
                  <a:lnTo>
                    <a:pt x="1370887" y="208932"/>
                  </a:lnTo>
                  <a:lnTo>
                    <a:pt x="1367645" y="225356"/>
                  </a:lnTo>
                  <a:lnTo>
                    <a:pt x="1345395" y="270258"/>
                  </a:lnTo>
                  <a:lnTo>
                    <a:pt x="1307884" y="303110"/>
                  </a:lnTo>
                  <a:lnTo>
                    <a:pt x="1260647" y="319264"/>
                  </a:lnTo>
                  <a:lnTo>
                    <a:pt x="1243799" y="320395"/>
                  </a:lnTo>
                  <a:lnTo>
                    <a:pt x="128168" y="320395"/>
                  </a:lnTo>
                  <a:lnTo>
                    <a:pt x="79160" y="310671"/>
                  </a:lnTo>
                  <a:lnTo>
                    <a:pt x="37579" y="282821"/>
                  </a:lnTo>
                  <a:lnTo>
                    <a:pt x="9874" y="241290"/>
                  </a:lnTo>
                  <a:lnTo>
                    <a:pt x="0" y="192239"/>
                  </a:lnTo>
                  <a:lnTo>
                    <a:pt x="368" y="128155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786579" y="528383"/>
            <a:ext cx="46418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DFFF"/>
                </a:solidFill>
                <a:latin typeface="Calibri"/>
                <a:cs typeface="Calibri"/>
              </a:rPr>
              <a:t>PHASE</a:t>
            </a:r>
            <a:r>
              <a:rPr sz="1000" b="1" spc="-4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00DFFF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0125" y="1811502"/>
            <a:ext cx="125730" cy="810895"/>
            <a:chOff x="600125" y="1811502"/>
            <a:chExt cx="125730" cy="8108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125" y="1811502"/>
              <a:ext cx="125285" cy="8107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0080" y="1828444"/>
              <a:ext cx="45720" cy="731520"/>
            </a:xfrm>
            <a:custGeom>
              <a:avLst/>
              <a:gdLst/>
              <a:ahLst/>
              <a:cxnLst/>
              <a:rect l="l" t="t" r="r" b="b"/>
              <a:pathLst>
                <a:path w="45720" h="731519">
                  <a:moveTo>
                    <a:pt x="45364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2682" y="731151"/>
                  </a:lnTo>
                  <a:lnTo>
                    <a:pt x="45364" y="7311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5624" y="1724304"/>
            <a:ext cx="2606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Multinomial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logistic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624" y="2136140"/>
            <a:ext cx="2038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Standard</a:t>
            </a:r>
            <a:r>
              <a:rPr sz="12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multi-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class</a:t>
            </a:r>
            <a:r>
              <a:rPr sz="12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formulation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125" y="2725902"/>
            <a:ext cx="125730" cy="810895"/>
            <a:chOff x="600125" y="2725902"/>
            <a:chExt cx="125730" cy="81089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125" y="2725902"/>
              <a:ext cx="125285" cy="81074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0080" y="2742844"/>
              <a:ext cx="45720" cy="731520"/>
            </a:xfrm>
            <a:custGeom>
              <a:avLst/>
              <a:gdLst/>
              <a:ahLst/>
              <a:cxnLst/>
              <a:rect l="l" t="t" r="r" b="b"/>
              <a:pathLst>
                <a:path w="45720" h="731520">
                  <a:moveTo>
                    <a:pt x="45364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2682" y="731151"/>
                  </a:lnTo>
                  <a:lnTo>
                    <a:pt x="45364" y="7311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00125" y="3640302"/>
            <a:ext cx="125730" cy="810895"/>
            <a:chOff x="600125" y="3640302"/>
            <a:chExt cx="125730" cy="81089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125" y="3640302"/>
              <a:ext cx="125285" cy="81074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0080" y="3657244"/>
              <a:ext cx="45720" cy="731520"/>
            </a:xfrm>
            <a:custGeom>
              <a:avLst/>
              <a:gdLst/>
              <a:ahLst/>
              <a:cxnLst/>
              <a:rect l="l" t="t" r="r" b="b"/>
              <a:pathLst>
                <a:path w="45720" h="731520">
                  <a:moveTo>
                    <a:pt x="45364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2682" y="731151"/>
                  </a:lnTo>
                  <a:lnTo>
                    <a:pt x="45364" y="7311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00125" y="4554702"/>
            <a:ext cx="125730" cy="810895"/>
            <a:chOff x="600125" y="4554702"/>
            <a:chExt cx="125730" cy="81089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125" y="4554702"/>
              <a:ext cx="125285" cy="81074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080" y="4571644"/>
              <a:ext cx="45720" cy="731520"/>
            </a:xfrm>
            <a:custGeom>
              <a:avLst/>
              <a:gdLst/>
              <a:ahLst/>
              <a:cxnLst/>
              <a:rect l="l" t="t" r="r" b="b"/>
              <a:pathLst>
                <a:path w="45720" h="731520">
                  <a:moveTo>
                    <a:pt x="45364" y="0"/>
                  </a:moveTo>
                  <a:lnTo>
                    <a:pt x="0" y="0"/>
                  </a:lnTo>
                  <a:lnTo>
                    <a:pt x="0" y="731151"/>
                  </a:lnTo>
                  <a:lnTo>
                    <a:pt x="22682" y="731151"/>
                  </a:lnTo>
                  <a:lnTo>
                    <a:pt x="45364" y="731151"/>
                  </a:lnTo>
                  <a:lnTo>
                    <a:pt x="4536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5624" y="2638704"/>
            <a:ext cx="2924175" cy="2449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classes,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bri"/>
                <a:cs typeface="Calibri"/>
              </a:rPr>
              <a:t>one-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vs-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internally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One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 classifier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 per</a:t>
            </a:r>
            <a:r>
              <a:rPr sz="1200" spc="-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class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L2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regularization,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lbfgs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solver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Stable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2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high-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dim</a:t>
            </a:r>
            <a:r>
              <a:rPr sz="12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runs: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unbalanced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weighted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Direct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comparison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trade-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offs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04075" y="1715020"/>
            <a:ext cx="4845050" cy="4112895"/>
            <a:chOff x="6904075" y="1715020"/>
            <a:chExt cx="4845050" cy="411289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4075" y="1715020"/>
              <a:ext cx="4844516" cy="411265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948715" y="1736636"/>
              <a:ext cx="4755515" cy="4023995"/>
            </a:xfrm>
            <a:custGeom>
              <a:avLst/>
              <a:gdLst/>
              <a:ahLst/>
              <a:cxnLst/>
              <a:rect l="l" t="t" r="r" b="b"/>
              <a:pathLst>
                <a:path w="4755515" h="4023995">
                  <a:moveTo>
                    <a:pt x="201599" y="0"/>
                  </a:moveTo>
                  <a:lnTo>
                    <a:pt x="149447" y="6884"/>
                  </a:lnTo>
                  <a:lnTo>
                    <a:pt x="100799" y="27000"/>
                  </a:lnTo>
                  <a:lnTo>
                    <a:pt x="59226" y="59042"/>
                  </a:lnTo>
                  <a:lnTo>
                    <a:pt x="27368" y="100799"/>
                  </a:lnTo>
                  <a:lnTo>
                    <a:pt x="7253" y="149269"/>
                  </a:lnTo>
                  <a:lnTo>
                    <a:pt x="368" y="201244"/>
                  </a:lnTo>
                  <a:lnTo>
                    <a:pt x="0" y="3822484"/>
                  </a:lnTo>
                  <a:lnTo>
                    <a:pt x="1738" y="3848815"/>
                  </a:lnTo>
                  <a:lnTo>
                    <a:pt x="6848" y="3874458"/>
                  </a:lnTo>
                  <a:lnTo>
                    <a:pt x="6884" y="3874641"/>
                  </a:lnTo>
                  <a:lnTo>
                    <a:pt x="15235" y="3899282"/>
                  </a:lnTo>
                  <a:lnTo>
                    <a:pt x="15339" y="3899588"/>
                  </a:lnTo>
                  <a:lnTo>
                    <a:pt x="41671" y="3945185"/>
                  </a:lnTo>
                  <a:lnTo>
                    <a:pt x="78842" y="3982112"/>
                  </a:lnTo>
                  <a:lnTo>
                    <a:pt x="124445" y="4008388"/>
                  </a:lnTo>
                  <a:lnTo>
                    <a:pt x="174969" y="4021990"/>
                  </a:lnTo>
                  <a:lnTo>
                    <a:pt x="201244" y="4023728"/>
                  </a:lnTo>
                  <a:lnTo>
                    <a:pt x="4554004" y="4023728"/>
                  </a:lnTo>
                  <a:lnTo>
                    <a:pt x="4606161" y="4016843"/>
                  </a:lnTo>
                  <a:lnTo>
                    <a:pt x="4654804" y="3996728"/>
                  </a:lnTo>
                  <a:lnTo>
                    <a:pt x="4696383" y="3964686"/>
                  </a:lnTo>
                  <a:lnTo>
                    <a:pt x="4728248" y="3922928"/>
                  </a:lnTo>
                  <a:lnTo>
                    <a:pt x="4748301" y="3874641"/>
                  </a:lnTo>
                  <a:lnTo>
                    <a:pt x="4755248" y="3822484"/>
                  </a:lnTo>
                  <a:lnTo>
                    <a:pt x="4755224" y="201244"/>
                  </a:lnTo>
                  <a:lnTo>
                    <a:pt x="4748363" y="149447"/>
                  </a:lnTo>
                  <a:lnTo>
                    <a:pt x="4728248" y="100799"/>
                  </a:lnTo>
                  <a:lnTo>
                    <a:pt x="4696206" y="59226"/>
                  </a:lnTo>
                  <a:lnTo>
                    <a:pt x="4654448" y="27368"/>
                  </a:lnTo>
                  <a:lnTo>
                    <a:pt x="4605978" y="7253"/>
                  </a:lnTo>
                  <a:lnTo>
                    <a:pt x="4554004" y="368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48715" y="1736636"/>
              <a:ext cx="4755515" cy="4023995"/>
            </a:xfrm>
            <a:custGeom>
              <a:avLst/>
              <a:gdLst/>
              <a:ahLst/>
              <a:cxnLst/>
              <a:rect l="l" t="t" r="r" b="b"/>
              <a:pathLst>
                <a:path w="4755515" h="4023995">
                  <a:moveTo>
                    <a:pt x="368" y="201244"/>
                  </a:moveTo>
                  <a:lnTo>
                    <a:pt x="2106" y="174969"/>
                  </a:lnTo>
                  <a:lnTo>
                    <a:pt x="7253" y="149269"/>
                  </a:lnTo>
                  <a:lnTo>
                    <a:pt x="27368" y="100799"/>
                  </a:lnTo>
                  <a:lnTo>
                    <a:pt x="59226" y="59042"/>
                  </a:lnTo>
                  <a:lnTo>
                    <a:pt x="100799" y="27000"/>
                  </a:lnTo>
                  <a:lnTo>
                    <a:pt x="149447" y="6884"/>
                  </a:lnTo>
                  <a:lnTo>
                    <a:pt x="201599" y="0"/>
                  </a:lnTo>
                  <a:lnTo>
                    <a:pt x="4554004" y="368"/>
                  </a:lnTo>
                  <a:lnTo>
                    <a:pt x="4605978" y="7253"/>
                  </a:lnTo>
                  <a:lnTo>
                    <a:pt x="4654448" y="27368"/>
                  </a:lnTo>
                  <a:lnTo>
                    <a:pt x="4696206" y="59226"/>
                  </a:lnTo>
                  <a:lnTo>
                    <a:pt x="4728248" y="100799"/>
                  </a:lnTo>
                  <a:lnTo>
                    <a:pt x="4748363" y="149447"/>
                  </a:lnTo>
                  <a:lnTo>
                    <a:pt x="4755248" y="201599"/>
                  </a:lnTo>
                  <a:lnTo>
                    <a:pt x="4755248" y="3822484"/>
                  </a:lnTo>
                  <a:lnTo>
                    <a:pt x="4753510" y="3848758"/>
                  </a:lnTo>
                  <a:lnTo>
                    <a:pt x="4748363" y="3874458"/>
                  </a:lnTo>
                  <a:lnTo>
                    <a:pt x="4728248" y="3922928"/>
                  </a:lnTo>
                  <a:lnTo>
                    <a:pt x="4696383" y="3964686"/>
                  </a:lnTo>
                  <a:lnTo>
                    <a:pt x="4654804" y="3996728"/>
                  </a:lnTo>
                  <a:lnTo>
                    <a:pt x="4606161" y="4016843"/>
                  </a:lnTo>
                  <a:lnTo>
                    <a:pt x="4554004" y="4023728"/>
                  </a:lnTo>
                  <a:lnTo>
                    <a:pt x="201244" y="4023728"/>
                  </a:lnTo>
                  <a:lnTo>
                    <a:pt x="149269" y="4016843"/>
                  </a:lnTo>
                  <a:lnTo>
                    <a:pt x="100799" y="3996728"/>
                  </a:lnTo>
                  <a:lnTo>
                    <a:pt x="59042" y="3964863"/>
                  </a:lnTo>
                  <a:lnTo>
                    <a:pt x="27000" y="3923284"/>
                  </a:lnTo>
                  <a:lnTo>
                    <a:pt x="6884" y="3874641"/>
                  </a:lnTo>
                  <a:lnTo>
                    <a:pt x="0" y="3822484"/>
                  </a:lnTo>
                  <a:lnTo>
                    <a:pt x="368" y="201244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210704" y="1952891"/>
            <a:ext cx="1614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9CB2CC"/>
                </a:solidFill>
                <a:latin typeface="Calibri"/>
                <a:cs typeface="Calibri"/>
              </a:rPr>
              <a:t>Linear</a:t>
            </a:r>
            <a:r>
              <a:rPr sz="1200" b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9CB2CC"/>
                </a:solidFill>
                <a:latin typeface="Calibri"/>
                <a:cs typeface="Calibri"/>
              </a:rPr>
              <a:t>decision</a:t>
            </a:r>
            <a:r>
              <a:rPr sz="1200" b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9CB2CC"/>
                </a:solidFill>
                <a:latin typeface="Calibri"/>
                <a:cs typeface="Calibri"/>
              </a:rPr>
              <a:t>boundary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178764" y="2401189"/>
            <a:ext cx="4121785" cy="2975610"/>
            <a:chOff x="7178764" y="2401189"/>
            <a:chExt cx="4121785" cy="297561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2476" y="4107586"/>
              <a:ext cx="226085" cy="22572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2443" y="4124515"/>
              <a:ext cx="146151" cy="14616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1157" y="4007510"/>
              <a:ext cx="226085" cy="22572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331124" y="402443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4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58" y="124739"/>
                  </a:lnTo>
                  <a:lnTo>
                    <a:pt x="63447" y="145556"/>
                  </a:lnTo>
                  <a:lnTo>
                    <a:pt x="73075" y="146164"/>
                  </a:lnTo>
                  <a:lnTo>
                    <a:pt x="82714" y="145556"/>
                  </a:lnTo>
                  <a:lnTo>
                    <a:pt x="124737" y="124739"/>
                  </a:lnTo>
                  <a:lnTo>
                    <a:pt x="145544" y="82715"/>
                  </a:lnTo>
                  <a:lnTo>
                    <a:pt x="146151" y="73075"/>
                  </a:lnTo>
                  <a:lnTo>
                    <a:pt x="145544" y="63449"/>
                  </a:lnTo>
                  <a:lnTo>
                    <a:pt x="124737" y="21467"/>
                  </a:lnTo>
                  <a:lnTo>
                    <a:pt x="82714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3926" y="4382630"/>
              <a:ext cx="226085" cy="22572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183880" y="439955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104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67" y="124739"/>
                  </a:lnTo>
                  <a:lnTo>
                    <a:pt x="63449" y="145556"/>
                  </a:lnTo>
                  <a:lnTo>
                    <a:pt x="73075" y="146164"/>
                  </a:lnTo>
                  <a:lnTo>
                    <a:pt x="82715" y="145556"/>
                  </a:lnTo>
                  <a:lnTo>
                    <a:pt x="124739" y="124739"/>
                  </a:lnTo>
                  <a:lnTo>
                    <a:pt x="145556" y="82715"/>
                  </a:lnTo>
                  <a:lnTo>
                    <a:pt x="146164" y="73075"/>
                  </a:lnTo>
                  <a:lnTo>
                    <a:pt x="145556" y="63449"/>
                  </a:lnTo>
                  <a:lnTo>
                    <a:pt x="124739" y="21467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1925" y="4564062"/>
              <a:ext cx="226085" cy="22574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571879" y="4581004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096"/>
                  </a:lnTo>
                  <a:lnTo>
                    <a:pt x="2428" y="54086"/>
                  </a:lnTo>
                  <a:lnTo>
                    <a:pt x="0" y="73075"/>
                  </a:lnTo>
                  <a:lnTo>
                    <a:pt x="607" y="82709"/>
                  </a:lnTo>
                  <a:lnTo>
                    <a:pt x="21467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6" y="82709"/>
                  </a:lnTo>
                  <a:lnTo>
                    <a:pt x="146164" y="73075"/>
                  </a:lnTo>
                  <a:lnTo>
                    <a:pt x="145556" y="63447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5636" y="4469752"/>
              <a:ext cx="226085" cy="22572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545603" y="4486681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096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58" y="124739"/>
                  </a:lnTo>
                  <a:lnTo>
                    <a:pt x="63447" y="145555"/>
                  </a:lnTo>
                  <a:lnTo>
                    <a:pt x="73075" y="146164"/>
                  </a:lnTo>
                  <a:lnTo>
                    <a:pt x="82714" y="145555"/>
                  </a:lnTo>
                  <a:lnTo>
                    <a:pt x="124737" y="124739"/>
                  </a:lnTo>
                  <a:lnTo>
                    <a:pt x="145544" y="82715"/>
                  </a:lnTo>
                  <a:lnTo>
                    <a:pt x="146151" y="73075"/>
                  </a:lnTo>
                  <a:lnTo>
                    <a:pt x="145544" y="63449"/>
                  </a:lnTo>
                  <a:lnTo>
                    <a:pt x="124737" y="21458"/>
                  </a:lnTo>
                  <a:lnTo>
                    <a:pt x="82714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7038" y="4030903"/>
              <a:ext cx="226085" cy="22574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587005" y="4047845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096"/>
                  </a:lnTo>
                  <a:lnTo>
                    <a:pt x="2428" y="54081"/>
                  </a:lnTo>
                  <a:lnTo>
                    <a:pt x="0" y="73075"/>
                  </a:lnTo>
                  <a:lnTo>
                    <a:pt x="607" y="82707"/>
                  </a:lnTo>
                  <a:lnTo>
                    <a:pt x="21458" y="124737"/>
                  </a:lnTo>
                  <a:lnTo>
                    <a:pt x="63442" y="145544"/>
                  </a:lnTo>
                  <a:lnTo>
                    <a:pt x="73075" y="146151"/>
                  </a:lnTo>
                  <a:lnTo>
                    <a:pt x="82709" y="145544"/>
                  </a:lnTo>
                  <a:lnTo>
                    <a:pt x="124737" y="124737"/>
                  </a:lnTo>
                  <a:lnTo>
                    <a:pt x="145544" y="82707"/>
                  </a:lnTo>
                  <a:lnTo>
                    <a:pt x="146151" y="73075"/>
                  </a:lnTo>
                  <a:lnTo>
                    <a:pt x="145544" y="63442"/>
                  </a:lnTo>
                  <a:lnTo>
                    <a:pt x="124737" y="21458"/>
                  </a:lnTo>
                  <a:lnTo>
                    <a:pt x="82709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1355" y="4973028"/>
              <a:ext cx="226085" cy="22572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041322" y="4989957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9"/>
                  </a:lnTo>
                  <a:lnTo>
                    <a:pt x="2428" y="54094"/>
                  </a:lnTo>
                  <a:lnTo>
                    <a:pt x="0" y="73088"/>
                  </a:lnTo>
                  <a:lnTo>
                    <a:pt x="607" y="82720"/>
                  </a:lnTo>
                  <a:lnTo>
                    <a:pt x="21458" y="124740"/>
                  </a:lnTo>
                  <a:lnTo>
                    <a:pt x="63449" y="145557"/>
                  </a:lnTo>
                  <a:lnTo>
                    <a:pt x="73075" y="146164"/>
                  </a:lnTo>
                  <a:lnTo>
                    <a:pt x="82714" y="145557"/>
                  </a:lnTo>
                  <a:lnTo>
                    <a:pt x="124737" y="124740"/>
                  </a:lnTo>
                  <a:lnTo>
                    <a:pt x="145544" y="82720"/>
                  </a:lnTo>
                  <a:lnTo>
                    <a:pt x="146151" y="73088"/>
                  </a:lnTo>
                  <a:lnTo>
                    <a:pt x="145544" y="63454"/>
                  </a:lnTo>
                  <a:lnTo>
                    <a:pt x="124737" y="21470"/>
                  </a:lnTo>
                  <a:lnTo>
                    <a:pt x="82714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6164" y="4200461"/>
              <a:ext cx="226085" cy="22574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656119" y="4217403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096"/>
                  </a:lnTo>
                  <a:lnTo>
                    <a:pt x="2428" y="54086"/>
                  </a:lnTo>
                  <a:lnTo>
                    <a:pt x="0" y="73075"/>
                  </a:lnTo>
                  <a:lnTo>
                    <a:pt x="607" y="82714"/>
                  </a:lnTo>
                  <a:lnTo>
                    <a:pt x="21467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6" y="82714"/>
                  </a:lnTo>
                  <a:lnTo>
                    <a:pt x="146164" y="73075"/>
                  </a:lnTo>
                  <a:lnTo>
                    <a:pt x="145556" y="63447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0918" y="5127828"/>
              <a:ext cx="226085" cy="22572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00885" y="5144757"/>
              <a:ext cx="146151" cy="1461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96478" y="4422584"/>
              <a:ext cx="226085" cy="22572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236445" y="443952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096"/>
                  </a:lnTo>
                  <a:lnTo>
                    <a:pt x="2428" y="54081"/>
                  </a:lnTo>
                  <a:lnTo>
                    <a:pt x="0" y="73075"/>
                  </a:lnTo>
                  <a:lnTo>
                    <a:pt x="607" y="82707"/>
                  </a:lnTo>
                  <a:lnTo>
                    <a:pt x="21458" y="124737"/>
                  </a:lnTo>
                  <a:lnTo>
                    <a:pt x="63442" y="145544"/>
                  </a:lnTo>
                  <a:lnTo>
                    <a:pt x="73075" y="146151"/>
                  </a:lnTo>
                  <a:lnTo>
                    <a:pt x="82709" y="145544"/>
                  </a:lnTo>
                  <a:lnTo>
                    <a:pt x="124737" y="124737"/>
                  </a:lnTo>
                  <a:lnTo>
                    <a:pt x="145544" y="82707"/>
                  </a:lnTo>
                  <a:lnTo>
                    <a:pt x="146151" y="73075"/>
                  </a:lnTo>
                  <a:lnTo>
                    <a:pt x="145544" y="63442"/>
                  </a:lnTo>
                  <a:lnTo>
                    <a:pt x="124737" y="21458"/>
                  </a:lnTo>
                  <a:lnTo>
                    <a:pt x="82709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07679" y="3974388"/>
              <a:ext cx="226085" cy="2257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7645" y="3991318"/>
              <a:ext cx="146151" cy="1461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6841" y="4285424"/>
              <a:ext cx="226085" cy="22572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96795" y="4302366"/>
              <a:ext cx="146164" cy="14615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2441" y="4065460"/>
              <a:ext cx="226085" cy="22574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682395" y="4082402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096"/>
                  </a:lnTo>
                  <a:lnTo>
                    <a:pt x="2435" y="54090"/>
                  </a:lnTo>
                  <a:lnTo>
                    <a:pt x="0" y="73075"/>
                  </a:lnTo>
                  <a:lnTo>
                    <a:pt x="609" y="82714"/>
                  </a:lnTo>
                  <a:lnTo>
                    <a:pt x="21470" y="124737"/>
                  </a:lnTo>
                  <a:lnTo>
                    <a:pt x="63454" y="145544"/>
                  </a:lnTo>
                  <a:lnTo>
                    <a:pt x="73088" y="146151"/>
                  </a:lnTo>
                  <a:lnTo>
                    <a:pt x="82720" y="145544"/>
                  </a:lnTo>
                  <a:lnTo>
                    <a:pt x="124740" y="124737"/>
                  </a:lnTo>
                  <a:lnTo>
                    <a:pt x="145557" y="82714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58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2676" y="4959350"/>
              <a:ext cx="226085" cy="22572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892643" y="497627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4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58" y="124739"/>
                  </a:lnTo>
                  <a:lnTo>
                    <a:pt x="63447" y="145556"/>
                  </a:lnTo>
                  <a:lnTo>
                    <a:pt x="73075" y="146164"/>
                  </a:lnTo>
                  <a:lnTo>
                    <a:pt x="82714" y="145556"/>
                  </a:lnTo>
                  <a:lnTo>
                    <a:pt x="124737" y="124739"/>
                  </a:lnTo>
                  <a:lnTo>
                    <a:pt x="145544" y="82715"/>
                  </a:lnTo>
                  <a:lnTo>
                    <a:pt x="146151" y="73075"/>
                  </a:lnTo>
                  <a:lnTo>
                    <a:pt x="145544" y="63449"/>
                  </a:lnTo>
                  <a:lnTo>
                    <a:pt x="124737" y="21467"/>
                  </a:lnTo>
                  <a:lnTo>
                    <a:pt x="82714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9240" y="4659109"/>
              <a:ext cx="226085" cy="22572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729194" y="4676038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4"/>
                  </a:lnTo>
                  <a:lnTo>
                    <a:pt x="2435" y="54090"/>
                  </a:lnTo>
                  <a:lnTo>
                    <a:pt x="0" y="73075"/>
                  </a:lnTo>
                  <a:lnTo>
                    <a:pt x="609" y="82715"/>
                  </a:lnTo>
                  <a:lnTo>
                    <a:pt x="21470" y="124739"/>
                  </a:lnTo>
                  <a:lnTo>
                    <a:pt x="63454" y="145556"/>
                  </a:lnTo>
                  <a:lnTo>
                    <a:pt x="73088" y="146164"/>
                  </a:lnTo>
                  <a:lnTo>
                    <a:pt x="82720" y="145556"/>
                  </a:lnTo>
                  <a:lnTo>
                    <a:pt x="124740" y="124739"/>
                  </a:lnTo>
                  <a:lnTo>
                    <a:pt x="145557" y="82715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67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5675" y="4391266"/>
              <a:ext cx="226085" cy="22572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315642" y="4408195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9"/>
                  </a:lnTo>
                  <a:lnTo>
                    <a:pt x="2428" y="54094"/>
                  </a:lnTo>
                  <a:lnTo>
                    <a:pt x="0" y="73088"/>
                  </a:lnTo>
                  <a:lnTo>
                    <a:pt x="607" y="82720"/>
                  </a:lnTo>
                  <a:lnTo>
                    <a:pt x="21458" y="124740"/>
                  </a:lnTo>
                  <a:lnTo>
                    <a:pt x="63449" y="145557"/>
                  </a:lnTo>
                  <a:lnTo>
                    <a:pt x="73075" y="146164"/>
                  </a:lnTo>
                  <a:lnTo>
                    <a:pt x="82714" y="145557"/>
                  </a:lnTo>
                  <a:lnTo>
                    <a:pt x="124737" y="124740"/>
                  </a:lnTo>
                  <a:lnTo>
                    <a:pt x="145544" y="82720"/>
                  </a:lnTo>
                  <a:lnTo>
                    <a:pt x="146151" y="73088"/>
                  </a:lnTo>
                  <a:lnTo>
                    <a:pt x="145544" y="63454"/>
                  </a:lnTo>
                  <a:lnTo>
                    <a:pt x="124737" y="21470"/>
                  </a:lnTo>
                  <a:lnTo>
                    <a:pt x="82714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9038" y="3994912"/>
              <a:ext cx="226085" cy="22572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199005" y="4011841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4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58" y="124739"/>
                  </a:lnTo>
                  <a:lnTo>
                    <a:pt x="63442" y="145555"/>
                  </a:lnTo>
                  <a:lnTo>
                    <a:pt x="73075" y="146164"/>
                  </a:lnTo>
                  <a:lnTo>
                    <a:pt x="82707" y="145555"/>
                  </a:lnTo>
                  <a:lnTo>
                    <a:pt x="124737" y="124739"/>
                  </a:lnTo>
                  <a:lnTo>
                    <a:pt x="145544" y="82715"/>
                  </a:lnTo>
                  <a:lnTo>
                    <a:pt x="146151" y="73075"/>
                  </a:lnTo>
                  <a:lnTo>
                    <a:pt x="145544" y="63449"/>
                  </a:lnTo>
                  <a:lnTo>
                    <a:pt x="124737" y="21467"/>
                  </a:lnTo>
                  <a:lnTo>
                    <a:pt x="82707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4084" y="4178147"/>
              <a:ext cx="226085" cy="22572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574038" y="419507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109"/>
                  </a:lnTo>
                  <a:lnTo>
                    <a:pt x="2428" y="54094"/>
                  </a:lnTo>
                  <a:lnTo>
                    <a:pt x="0" y="73088"/>
                  </a:lnTo>
                  <a:lnTo>
                    <a:pt x="607" y="82720"/>
                  </a:lnTo>
                  <a:lnTo>
                    <a:pt x="21467" y="124740"/>
                  </a:lnTo>
                  <a:lnTo>
                    <a:pt x="63449" y="145557"/>
                  </a:lnTo>
                  <a:lnTo>
                    <a:pt x="73075" y="146164"/>
                  </a:lnTo>
                  <a:lnTo>
                    <a:pt x="82715" y="145557"/>
                  </a:lnTo>
                  <a:lnTo>
                    <a:pt x="124739" y="124740"/>
                  </a:lnTo>
                  <a:lnTo>
                    <a:pt x="145556" y="82720"/>
                  </a:lnTo>
                  <a:lnTo>
                    <a:pt x="146164" y="73088"/>
                  </a:lnTo>
                  <a:lnTo>
                    <a:pt x="145556" y="63454"/>
                  </a:lnTo>
                  <a:lnTo>
                    <a:pt x="124739" y="21470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8965" y="4462183"/>
              <a:ext cx="226085" cy="22574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368919" y="4479125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096"/>
                  </a:lnTo>
                  <a:lnTo>
                    <a:pt x="2428" y="54081"/>
                  </a:lnTo>
                  <a:lnTo>
                    <a:pt x="0" y="73075"/>
                  </a:lnTo>
                  <a:lnTo>
                    <a:pt x="607" y="82709"/>
                  </a:lnTo>
                  <a:lnTo>
                    <a:pt x="21467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6" y="82709"/>
                  </a:lnTo>
                  <a:lnTo>
                    <a:pt x="146164" y="73075"/>
                  </a:lnTo>
                  <a:lnTo>
                    <a:pt x="145556" y="63442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9877" y="4664151"/>
              <a:ext cx="226085" cy="22572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99844" y="4681080"/>
              <a:ext cx="146151" cy="14616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91166" y="3018231"/>
              <a:ext cx="226085" cy="22572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31120" y="3035160"/>
              <a:ext cx="146164" cy="14616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59161" y="3529431"/>
              <a:ext cx="226085" cy="22572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0599115" y="3546360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4"/>
                  </a:lnTo>
                  <a:lnTo>
                    <a:pt x="2430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70" y="124739"/>
                  </a:lnTo>
                  <a:lnTo>
                    <a:pt x="63454" y="145555"/>
                  </a:lnTo>
                  <a:lnTo>
                    <a:pt x="73088" y="146164"/>
                  </a:lnTo>
                  <a:lnTo>
                    <a:pt x="82720" y="145555"/>
                  </a:lnTo>
                  <a:lnTo>
                    <a:pt x="124740" y="124739"/>
                  </a:lnTo>
                  <a:lnTo>
                    <a:pt x="145557" y="82715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67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04235" y="3369945"/>
              <a:ext cx="226085" cy="22572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9844202" y="3386874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9"/>
                  </a:lnTo>
                  <a:lnTo>
                    <a:pt x="2428" y="54094"/>
                  </a:lnTo>
                  <a:lnTo>
                    <a:pt x="0" y="73088"/>
                  </a:lnTo>
                  <a:lnTo>
                    <a:pt x="607" y="82720"/>
                  </a:lnTo>
                  <a:lnTo>
                    <a:pt x="21458" y="124750"/>
                  </a:lnTo>
                  <a:lnTo>
                    <a:pt x="63449" y="145557"/>
                  </a:lnTo>
                  <a:lnTo>
                    <a:pt x="73075" y="146164"/>
                  </a:lnTo>
                  <a:lnTo>
                    <a:pt x="82715" y="145557"/>
                  </a:lnTo>
                  <a:lnTo>
                    <a:pt x="124739" y="124750"/>
                  </a:lnTo>
                  <a:lnTo>
                    <a:pt x="145555" y="82720"/>
                  </a:lnTo>
                  <a:lnTo>
                    <a:pt x="146164" y="73088"/>
                  </a:lnTo>
                  <a:lnTo>
                    <a:pt x="145555" y="63454"/>
                  </a:lnTo>
                  <a:lnTo>
                    <a:pt x="124739" y="21470"/>
                  </a:lnTo>
                  <a:lnTo>
                    <a:pt x="82715" y="609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9794" y="3754780"/>
              <a:ext cx="226085" cy="22574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0229761" y="3771722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096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4"/>
                  </a:lnTo>
                  <a:lnTo>
                    <a:pt x="21467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5" y="82714"/>
                  </a:lnTo>
                  <a:lnTo>
                    <a:pt x="146164" y="73075"/>
                  </a:lnTo>
                  <a:lnTo>
                    <a:pt x="145555" y="63449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9880" y="3003105"/>
              <a:ext cx="226085" cy="22572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0509834" y="3020034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9"/>
                  </a:lnTo>
                  <a:lnTo>
                    <a:pt x="2435" y="54094"/>
                  </a:lnTo>
                  <a:lnTo>
                    <a:pt x="0" y="73088"/>
                  </a:lnTo>
                  <a:lnTo>
                    <a:pt x="609" y="82720"/>
                  </a:lnTo>
                  <a:lnTo>
                    <a:pt x="21470" y="124740"/>
                  </a:lnTo>
                  <a:lnTo>
                    <a:pt x="63454" y="145557"/>
                  </a:lnTo>
                  <a:lnTo>
                    <a:pt x="73088" y="146164"/>
                  </a:lnTo>
                  <a:lnTo>
                    <a:pt x="82720" y="145557"/>
                  </a:lnTo>
                  <a:lnTo>
                    <a:pt x="124750" y="124740"/>
                  </a:lnTo>
                  <a:lnTo>
                    <a:pt x="145557" y="82720"/>
                  </a:lnTo>
                  <a:lnTo>
                    <a:pt x="146164" y="73088"/>
                  </a:lnTo>
                  <a:lnTo>
                    <a:pt x="145557" y="63454"/>
                  </a:lnTo>
                  <a:lnTo>
                    <a:pt x="124750" y="21470"/>
                  </a:lnTo>
                  <a:lnTo>
                    <a:pt x="82720" y="609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13681" y="2785668"/>
              <a:ext cx="226085" cy="22572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53635" y="2802597"/>
              <a:ext cx="146164" cy="14616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42918" y="3603587"/>
              <a:ext cx="226085" cy="22572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0082885" y="362051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9"/>
                  </a:lnTo>
                  <a:lnTo>
                    <a:pt x="2428" y="54094"/>
                  </a:lnTo>
                  <a:lnTo>
                    <a:pt x="0" y="73088"/>
                  </a:lnTo>
                  <a:lnTo>
                    <a:pt x="607" y="82720"/>
                  </a:lnTo>
                  <a:lnTo>
                    <a:pt x="21458" y="124740"/>
                  </a:lnTo>
                  <a:lnTo>
                    <a:pt x="63442" y="145557"/>
                  </a:lnTo>
                  <a:lnTo>
                    <a:pt x="73075" y="146164"/>
                  </a:lnTo>
                  <a:lnTo>
                    <a:pt x="82707" y="145557"/>
                  </a:lnTo>
                  <a:lnTo>
                    <a:pt x="124737" y="124740"/>
                  </a:lnTo>
                  <a:lnTo>
                    <a:pt x="145544" y="82720"/>
                  </a:lnTo>
                  <a:lnTo>
                    <a:pt x="146151" y="73088"/>
                  </a:lnTo>
                  <a:lnTo>
                    <a:pt x="145544" y="63454"/>
                  </a:lnTo>
                  <a:lnTo>
                    <a:pt x="124737" y="21470"/>
                  </a:lnTo>
                  <a:lnTo>
                    <a:pt x="82707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77882" y="3260509"/>
              <a:ext cx="226085" cy="22572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9717837" y="3277438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4"/>
                  </a:lnTo>
                  <a:lnTo>
                    <a:pt x="2430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70" y="124739"/>
                  </a:lnTo>
                  <a:lnTo>
                    <a:pt x="63454" y="145556"/>
                  </a:lnTo>
                  <a:lnTo>
                    <a:pt x="73088" y="146164"/>
                  </a:lnTo>
                  <a:lnTo>
                    <a:pt x="82720" y="145556"/>
                  </a:lnTo>
                  <a:lnTo>
                    <a:pt x="124740" y="124739"/>
                  </a:lnTo>
                  <a:lnTo>
                    <a:pt x="145557" y="82715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67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3082" y="3489820"/>
              <a:ext cx="226085" cy="22574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9563036" y="3506762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096"/>
                  </a:lnTo>
                  <a:lnTo>
                    <a:pt x="2430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70" y="124739"/>
                  </a:lnTo>
                  <a:lnTo>
                    <a:pt x="63454" y="145544"/>
                  </a:lnTo>
                  <a:lnTo>
                    <a:pt x="73088" y="146151"/>
                  </a:lnTo>
                  <a:lnTo>
                    <a:pt x="82720" y="145544"/>
                  </a:lnTo>
                  <a:lnTo>
                    <a:pt x="124740" y="124739"/>
                  </a:lnTo>
                  <a:lnTo>
                    <a:pt x="145557" y="82715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58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18114" y="3368141"/>
              <a:ext cx="226085" cy="22574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0558081" y="3385083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096"/>
                  </a:lnTo>
                  <a:lnTo>
                    <a:pt x="2428" y="54086"/>
                  </a:lnTo>
                  <a:lnTo>
                    <a:pt x="0" y="73075"/>
                  </a:lnTo>
                  <a:lnTo>
                    <a:pt x="607" y="82714"/>
                  </a:lnTo>
                  <a:lnTo>
                    <a:pt x="21458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5" y="82714"/>
                  </a:lnTo>
                  <a:lnTo>
                    <a:pt x="146164" y="73075"/>
                  </a:lnTo>
                  <a:lnTo>
                    <a:pt x="145555" y="63447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70400" y="3036227"/>
              <a:ext cx="226085" cy="225729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0710354" y="305315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9"/>
                  </a:lnTo>
                  <a:lnTo>
                    <a:pt x="2435" y="54094"/>
                  </a:lnTo>
                  <a:lnTo>
                    <a:pt x="0" y="73088"/>
                  </a:lnTo>
                  <a:lnTo>
                    <a:pt x="609" y="82720"/>
                  </a:lnTo>
                  <a:lnTo>
                    <a:pt x="21470" y="124740"/>
                  </a:lnTo>
                  <a:lnTo>
                    <a:pt x="63454" y="145557"/>
                  </a:lnTo>
                  <a:lnTo>
                    <a:pt x="73088" y="146164"/>
                  </a:lnTo>
                  <a:lnTo>
                    <a:pt x="82720" y="145557"/>
                  </a:lnTo>
                  <a:lnTo>
                    <a:pt x="124745" y="124740"/>
                  </a:lnTo>
                  <a:lnTo>
                    <a:pt x="145557" y="82720"/>
                  </a:lnTo>
                  <a:lnTo>
                    <a:pt x="146164" y="73088"/>
                  </a:lnTo>
                  <a:lnTo>
                    <a:pt x="145557" y="63454"/>
                  </a:lnTo>
                  <a:lnTo>
                    <a:pt x="124745" y="21470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23080" y="3395510"/>
              <a:ext cx="226085" cy="22572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0463034" y="341243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4"/>
                  </a:lnTo>
                  <a:lnTo>
                    <a:pt x="2435" y="54090"/>
                  </a:lnTo>
                  <a:lnTo>
                    <a:pt x="0" y="73075"/>
                  </a:lnTo>
                  <a:lnTo>
                    <a:pt x="609" y="82715"/>
                  </a:lnTo>
                  <a:lnTo>
                    <a:pt x="21470" y="124739"/>
                  </a:lnTo>
                  <a:lnTo>
                    <a:pt x="63454" y="145556"/>
                  </a:lnTo>
                  <a:lnTo>
                    <a:pt x="73088" y="146164"/>
                  </a:lnTo>
                  <a:lnTo>
                    <a:pt x="82720" y="145556"/>
                  </a:lnTo>
                  <a:lnTo>
                    <a:pt x="124740" y="124739"/>
                  </a:lnTo>
                  <a:lnTo>
                    <a:pt x="145557" y="82715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67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4686" y="3218383"/>
              <a:ext cx="226085" cy="22574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10304640" y="3235325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096"/>
                  </a:lnTo>
                  <a:lnTo>
                    <a:pt x="2428" y="54081"/>
                  </a:lnTo>
                  <a:lnTo>
                    <a:pt x="0" y="73075"/>
                  </a:lnTo>
                  <a:lnTo>
                    <a:pt x="607" y="82709"/>
                  </a:lnTo>
                  <a:lnTo>
                    <a:pt x="21467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6" y="82709"/>
                  </a:lnTo>
                  <a:lnTo>
                    <a:pt x="146164" y="73075"/>
                  </a:lnTo>
                  <a:lnTo>
                    <a:pt x="145556" y="63442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21441" y="3843705"/>
              <a:ext cx="226085" cy="22572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61396" y="3860634"/>
              <a:ext cx="146164" cy="14616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19601" y="3484791"/>
              <a:ext cx="226085" cy="22572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10159555" y="3501720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104"/>
                  </a:lnTo>
                  <a:lnTo>
                    <a:pt x="2430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70" y="124739"/>
                  </a:lnTo>
                  <a:lnTo>
                    <a:pt x="63454" y="145556"/>
                  </a:lnTo>
                  <a:lnTo>
                    <a:pt x="73088" y="146164"/>
                  </a:lnTo>
                  <a:lnTo>
                    <a:pt x="82720" y="145556"/>
                  </a:lnTo>
                  <a:lnTo>
                    <a:pt x="124740" y="124739"/>
                  </a:lnTo>
                  <a:lnTo>
                    <a:pt x="145557" y="82715"/>
                  </a:lnTo>
                  <a:lnTo>
                    <a:pt x="146164" y="73075"/>
                  </a:lnTo>
                  <a:lnTo>
                    <a:pt x="145557" y="63449"/>
                  </a:lnTo>
                  <a:lnTo>
                    <a:pt x="124740" y="21467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52597" y="3532670"/>
              <a:ext cx="226085" cy="22572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9592564" y="3549599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4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58" y="124739"/>
                  </a:lnTo>
                  <a:lnTo>
                    <a:pt x="63447" y="145556"/>
                  </a:lnTo>
                  <a:lnTo>
                    <a:pt x="73075" y="146164"/>
                  </a:lnTo>
                  <a:lnTo>
                    <a:pt x="82709" y="145556"/>
                  </a:lnTo>
                  <a:lnTo>
                    <a:pt x="124737" y="124739"/>
                  </a:lnTo>
                  <a:lnTo>
                    <a:pt x="145544" y="82715"/>
                  </a:lnTo>
                  <a:lnTo>
                    <a:pt x="146151" y="73075"/>
                  </a:lnTo>
                  <a:lnTo>
                    <a:pt x="145544" y="63449"/>
                  </a:lnTo>
                  <a:lnTo>
                    <a:pt x="124737" y="21467"/>
                  </a:lnTo>
                  <a:lnTo>
                    <a:pt x="82709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57205" y="3905631"/>
              <a:ext cx="226085" cy="225729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10397160" y="3922560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104"/>
                  </a:lnTo>
                  <a:lnTo>
                    <a:pt x="2428" y="54090"/>
                  </a:lnTo>
                  <a:lnTo>
                    <a:pt x="0" y="73075"/>
                  </a:lnTo>
                  <a:lnTo>
                    <a:pt x="607" y="82715"/>
                  </a:lnTo>
                  <a:lnTo>
                    <a:pt x="21467" y="124739"/>
                  </a:lnTo>
                  <a:lnTo>
                    <a:pt x="63449" y="145556"/>
                  </a:lnTo>
                  <a:lnTo>
                    <a:pt x="73075" y="146164"/>
                  </a:lnTo>
                  <a:lnTo>
                    <a:pt x="82715" y="145556"/>
                  </a:lnTo>
                  <a:lnTo>
                    <a:pt x="124739" y="124739"/>
                  </a:lnTo>
                  <a:lnTo>
                    <a:pt x="145556" y="82715"/>
                  </a:lnTo>
                  <a:lnTo>
                    <a:pt x="146164" y="73075"/>
                  </a:lnTo>
                  <a:lnTo>
                    <a:pt x="145556" y="63449"/>
                  </a:lnTo>
                  <a:lnTo>
                    <a:pt x="124739" y="21467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96956" y="2998787"/>
              <a:ext cx="226085" cy="22572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0636923" y="301571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698" y="15109"/>
                  </a:lnTo>
                  <a:lnTo>
                    <a:pt x="2428" y="54094"/>
                  </a:lnTo>
                  <a:lnTo>
                    <a:pt x="0" y="73088"/>
                  </a:lnTo>
                  <a:lnTo>
                    <a:pt x="607" y="82720"/>
                  </a:lnTo>
                  <a:lnTo>
                    <a:pt x="21458" y="124740"/>
                  </a:lnTo>
                  <a:lnTo>
                    <a:pt x="63447" y="145557"/>
                  </a:lnTo>
                  <a:lnTo>
                    <a:pt x="73075" y="146164"/>
                  </a:lnTo>
                  <a:lnTo>
                    <a:pt x="82714" y="145557"/>
                  </a:lnTo>
                  <a:lnTo>
                    <a:pt x="124737" y="124740"/>
                  </a:lnTo>
                  <a:lnTo>
                    <a:pt x="145544" y="82720"/>
                  </a:lnTo>
                  <a:lnTo>
                    <a:pt x="146151" y="73088"/>
                  </a:lnTo>
                  <a:lnTo>
                    <a:pt x="145544" y="63454"/>
                  </a:lnTo>
                  <a:lnTo>
                    <a:pt x="124737" y="21470"/>
                  </a:lnTo>
                  <a:lnTo>
                    <a:pt x="82714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8634" y="3490544"/>
              <a:ext cx="226085" cy="225729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0038601" y="350748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75" y="0"/>
                  </a:moveTo>
                  <a:lnTo>
                    <a:pt x="28705" y="15096"/>
                  </a:lnTo>
                  <a:lnTo>
                    <a:pt x="2428" y="54081"/>
                  </a:lnTo>
                  <a:lnTo>
                    <a:pt x="0" y="73075"/>
                  </a:lnTo>
                  <a:lnTo>
                    <a:pt x="607" y="82707"/>
                  </a:lnTo>
                  <a:lnTo>
                    <a:pt x="21467" y="124737"/>
                  </a:lnTo>
                  <a:lnTo>
                    <a:pt x="63449" y="145544"/>
                  </a:lnTo>
                  <a:lnTo>
                    <a:pt x="73075" y="146151"/>
                  </a:lnTo>
                  <a:lnTo>
                    <a:pt x="82715" y="145544"/>
                  </a:lnTo>
                  <a:lnTo>
                    <a:pt x="124739" y="124737"/>
                  </a:lnTo>
                  <a:lnTo>
                    <a:pt x="145555" y="82707"/>
                  </a:lnTo>
                  <a:lnTo>
                    <a:pt x="146164" y="73075"/>
                  </a:lnTo>
                  <a:lnTo>
                    <a:pt x="145555" y="63442"/>
                  </a:lnTo>
                  <a:lnTo>
                    <a:pt x="124739" y="21458"/>
                  </a:lnTo>
                  <a:lnTo>
                    <a:pt x="82715" y="607"/>
                  </a:lnTo>
                  <a:lnTo>
                    <a:pt x="7307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0400" y="3225584"/>
              <a:ext cx="226085" cy="225729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9540354" y="3242526"/>
              <a:ext cx="146685" cy="146685"/>
            </a:xfrm>
            <a:custGeom>
              <a:avLst/>
              <a:gdLst/>
              <a:ahLst/>
              <a:cxnLst/>
              <a:rect l="l" t="t" r="r" b="b"/>
              <a:pathLst>
                <a:path w="146684" h="146685">
                  <a:moveTo>
                    <a:pt x="73088" y="0"/>
                  </a:moveTo>
                  <a:lnTo>
                    <a:pt x="28710" y="15096"/>
                  </a:lnTo>
                  <a:lnTo>
                    <a:pt x="2435" y="54081"/>
                  </a:lnTo>
                  <a:lnTo>
                    <a:pt x="0" y="73075"/>
                  </a:lnTo>
                  <a:lnTo>
                    <a:pt x="609" y="82707"/>
                  </a:lnTo>
                  <a:lnTo>
                    <a:pt x="21470" y="124737"/>
                  </a:lnTo>
                  <a:lnTo>
                    <a:pt x="63454" y="145544"/>
                  </a:lnTo>
                  <a:lnTo>
                    <a:pt x="73088" y="146151"/>
                  </a:lnTo>
                  <a:lnTo>
                    <a:pt x="82720" y="145544"/>
                  </a:lnTo>
                  <a:lnTo>
                    <a:pt x="124750" y="124737"/>
                  </a:lnTo>
                  <a:lnTo>
                    <a:pt x="145557" y="82707"/>
                  </a:lnTo>
                  <a:lnTo>
                    <a:pt x="146164" y="73075"/>
                  </a:lnTo>
                  <a:lnTo>
                    <a:pt x="145557" y="63442"/>
                  </a:lnTo>
                  <a:lnTo>
                    <a:pt x="124750" y="21458"/>
                  </a:lnTo>
                  <a:lnTo>
                    <a:pt x="82720" y="607"/>
                  </a:lnTo>
                  <a:lnTo>
                    <a:pt x="73088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54074" y="2573274"/>
              <a:ext cx="3945966" cy="2802966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7406640" y="2605684"/>
              <a:ext cx="3840479" cy="2698115"/>
            </a:xfrm>
            <a:custGeom>
              <a:avLst/>
              <a:gdLst/>
              <a:ahLst/>
              <a:cxnLst/>
              <a:rect l="l" t="t" r="r" b="b"/>
              <a:pathLst>
                <a:path w="3840479" h="2698115">
                  <a:moveTo>
                    <a:pt x="0" y="2697835"/>
                  </a:moveTo>
                  <a:lnTo>
                    <a:pt x="3840479" y="0"/>
                  </a:lnTo>
                </a:path>
              </a:pathLst>
            </a:custGeom>
            <a:ln w="255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8764" y="2401189"/>
              <a:ext cx="1278001" cy="454685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7223404" y="2422804"/>
              <a:ext cx="1188720" cy="365760"/>
            </a:xfrm>
            <a:custGeom>
              <a:avLst/>
              <a:gdLst/>
              <a:ahLst/>
              <a:cxnLst/>
              <a:rect l="l" t="t" r="r" b="b"/>
              <a:pathLst>
                <a:path w="1188720" h="365760">
                  <a:moveTo>
                    <a:pt x="1115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92671"/>
                  </a:lnTo>
                  <a:lnTo>
                    <a:pt x="594" y="301949"/>
                  </a:lnTo>
                  <a:lnTo>
                    <a:pt x="607" y="302149"/>
                  </a:lnTo>
                  <a:lnTo>
                    <a:pt x="21413" y="344289"/>
                  </a:lnTo>
                  <a:lnTo>
                    <a:pt x="63442" y="365152"/>
                  </a:lnTo>
                  <a:lnTo>
                    <a:pt x="73075" y="365760"/>
                  </a:lnTo>
                  <a:lnTo>
                    <a:pt x="1115631" y="365391"/>
                  </a:lnTo>
                  <a:lnTo>
                    <a:pt x="1160009" y="350300"/>
                  </a:lnTo>
                  <a:lnTo>
                    <a:pt x="1183172" y="320567"/>
                  </a:lnTo>
                  <a:lnTo>
                    <a:pt x="1183249" y="320412"/>
                  </a:lnTo>
                  <a:lnTo>
                    <a:pt x="1186229" y="311527"/>
                  </a:lnTo>
                  <a:lnTo>
                    <a:pt x="1186289" y="311350"/>
                  </a:lnTo>
                  <a:lnTo>
                    <a:pt x="1188073" y="302149"/>
                  </a:lnTo>
                  <a:lnTo>
                    <a:pt x="1188112" y="301949"/>
                  </a:lnTo>
                  <a:lnTo>
                    <a:pt x="1188697" y="292671"/>
                  </a:lnTo>
                  <a:lnTo>
                    <a:pt x="1188719" y="292315"/>
                  </a:lnTo>
                  <a:lnTo>
                    <a:pt x="1188351" y="73075"/>
                  </a:lnTo>
                  <a:lnTo>
                    <a:pt x="1173260" y="28698"/>
                  </a:lnTo>
                  <a:lnTo>
                    <a:pt x="1134310" y="2428"/>
                  </a:lnTo>
                  <a:lnTo>
                    <a:pt x="1124909" y="607"/>
                  </a:lnTo>
                  <a:lnTo>
                    <a:pt x="1115275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223404" y="2422804"/>
              <a:ext cx="1188720" cy="365760"/>
            </a:xfrm>
            <a:custGeom>
              <a:avLst/>
              <a:gdLst/>
              <a:ahLst/>
              <a:cxnLst/>
              <a:rect l="l" t="t" r="r" b="b"/>
              <a:pathLst>
                <a:path w="1188720" h="3657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15275" y="0"/>
                  </a:lnTo>
                  <a:lnTo>
                    <a:pt x="1159803" y="15096"/>
                  </a:lnTo>
                  <a:lnTo>
                    <a:pt x="1185922" y="54219"/>
                  </a:lnTo>
                  <a:lnTo>
                    <a:pt x="1188351" y="73075"/>
                  </a:lnTo>
                  <a:lnTo>
                    <a:pt x="1188719" y="292315"/>
                  </a:lnTo>
                  <a:lnTo>
                    <a:pt x="1188112" y="301949"/>
                  </a:lnTo>
                  <a:lnTo>
                    <a:pt x="1186289" y="311350"/>
                  </a:lnTo>
                  <a:lnTo>
                    <a:pt x="1160009" y="350300"/>
                  </a:lnTo>
                  <a:lnTo>
                    <a:pt x="1115631" y="365391"/>
                  </a:lnTo>
                  <a:lnTo>
                    <a:pt x="73075" y="365760"/>
                  </a:lnTo>
                  <a:lnTo>
                    <a:pt x="28548" y="350650"/>
                  </a:lnTo>
                  <a:lnTo>
                    <a:pt x="2428" y="311527"/>
                  </a:lnTo>
                  <a:lnTo>
                    <a:pt x="0" y="29267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7604899" y="2509100"/>
            <a:ext cx="4248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FFF"/>
                </a:solidFill>
                <a:latin typeface="Calibri"/>
                <a:cs typeface="Calibri"/>
              </a:rPr>
              <a:t>Benign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10196283" y="5144389"/>
            <a:ext cx="1278255" cy="455295"/>
            <a:chOff x="10196283" y="5144389"/>
            <a:chExt cx="1278255" cy="455295"/>
          </a:xfrm>
        </p:grpSpPr>
        <p:pic>
          <p:nvPicPr>
            <p:cNvPr id="116" name="object 1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96283" y="5144389"/>
              <a:ext cx="1278001" cy="454685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10240924" y="5166004"/>
              <a:ext cx="1188720" cy="365760"/>
            </a:xfrm>
            <a:custGeom>
              <a:avLst/>
              <a:gdLst/>
              <a:ahLst/>
              <a:cxnLst/>
              <a:rect l="l" t="t" r="r" b="b"/>
              <a:pathLst>
                <a:path w="1188720" h="365760">
                  <a:moveTo>
                    <a:pt x="1115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292671"/>
                  </a:lnTo>
                  <a:lnTo>
                    <a:pt x="594" y="301949"/>
                  </a:lnTo>
                  <a:lnTo>
                    <a:pt x="607" y="302149"/>
                  </a:lnTo>
                  <a:lnTo>
                    <a:pt x="2394" y="311350"/>
                  </a:lnTo>
                  <a:lnTo>
                    <a:pt x="2428" y="311527"/>
                  </a:lnTo>
                  <a:lnTo>
                    <a:pt x="5412" y="320412"/>
                  </a:lnTo>
                  <a:lnTo>
                    <a:pt x="5464" y="320567"/>
                  </a:lnTo>
                  <a:lnTo>
                    <a:pt x="36360" y="356031"/>
                  </a:lnTo>
                  <a:lnTo>
                    <a:pt x="73075" y="365760"/>
                  </a:lnTo>
                  <a:lnTo>
                    <a:pt x="1115631" y="365391"/>
                  </a:lnTo>
                  <a:lnTo>
                    <a:pt x="1160009" y="350300"/>
                  </a:lnTo>
                  <a:lnTo>
                    <a:pt x="1186229" y="311527"/>
                  </a:lnTo>
                  <a:lnTo>
                    <a:pt x="1188073" y="302149"/>
                  </a:lnTo>
                  <a:lnTo>
                    <a:pt x="1188112" y="301949"/>
                  </a:lnTo>
                  <a:lnTo>
                    <a:pt x="1188697" y="292671"/>
                  </a:lnTo>
                  <a:lnTo>
                    <a:pt x="1188720" y="292315"/>
                  </a:lnTo>
                  <a:lnTo>
                    <a:pt x="1188351" y="73075"/>
                  </a:lnTo>
                  <a:lnTo>
                    <a:pt x="1173260" y="28698"/>
                  </a:lnTo>
                  <a:lnTo>
                    <a:pt x="1134310" y="2428"/>
                  </a:lnTo>
                  <a:lnTo>
                    <a:pt x="1124909" y="607"/>
                  </a:lnTo>
                  <a:lnTo>
                    <a:pt x="1115275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240924" y="5166004"/>
              <a:ext cx="1188720" cy="365760"/>
            </a:xfrm>
            <a:custGeom>
              <a:avLst/>
              <a:gdLst/>
              <a:ahLst/>
              <a:cxnLst/>
              <a:rect l="l" t="t" r="r" b="b"/>
              <a:pathLst>
                <a:path w="1188720" h="36576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1115275" y="0"/>
                  </a:lnTo>
                  <a:lnTo>
                    <a:pt x="1159803" y="15096"/>
                  </a:lnTo>
                  <a:lnTo>
                    <a:pt x="1185922" y="54219"/>
                  </a:lnTo>
                  <a:lnTo>
                    <a:pt x="1188351" y="73075"/>
                  </a:lnTo>
                  <a:lnTo>
                    <a:pt x="1188720" y="292315"/>
                  </a:lnTo>
                  <a:lnTo>
                    <a:pt x="1188112" y="301949"/>
                  </a:lnTo>
                  <a:lnTo>
                    <a:pt x="1186289" y="311350"/>
                  </a:lnTo>
                  <a:lnTo>
                    <a:pt x="1160009" y="350300"/>
                  </a:lnTo>
                  <a:lnTo>
                    <a:pt x="1115631" y="365391"/>
                  </a:lnTo>
                  <a:lnTo>
                    <a:pt x="73075" y="365760"/>
                  </a:lnTo>
                  <a:lnTo>
                    <a:pt x="28548" y="350650"/>
                  </a:lnTo>
                  <a:lnTo>
                    <a:pt x="2428" y="311527"/>
                  </a:lnTo>
                  <a:lnTo>
                    <a:pt x="0" y="29267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FF6A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10639335" y="5252301"/>
            <a:ext cx="3917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6A9D"/>
                </a:solidFill>
                <a:latin typeface="Calibri"/>
                <a:cs typeface="Calibri"/>
              </a:rPr>
              <a:t>Attack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758740" y="6204864"/>
            <a:ext cx="26758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baseline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tells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us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what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'easy'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looks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like.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Without</a:t>
            </a:r>
            <a:r>
              <a:rPr spc="-70" dirty="0"/>
              <a:t> </a:t>
            </a:r>
            <a:r>
              <a:rPr dirty="0"/>
              <a:t>balancing</a:t>
            </a:r>
            <a:r>
              <a:rPr spc="-7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spc="-10" dirty="0"/>
              <a:t>accurate</a:t>
            </a:r>
            <a:r>
              <a:rPr spc="-70" dirty="0"/>
              <a:t> </a:t>
            </a:r>
            <a:r>
              <a:rPr dirty="0"/>
              <a:t>but</a:t>
            </a:r>
            <a:r>
              <a:rPr spc="-70" dirty="0"/>
              <a:t> </a:t>
            </a:r>
            <a:r>
              <a:rPr spc="-10" dirty="0"/>
              <a:t>unfair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439" y="1532508"/>
            <a:ext cx="2695575" cy="2192655"/>
            <a:chOff x="595439" y="1532508"/>
            <a:chExt cx="2695575" cy="2192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1532508"/>
              <a:ext cx="2695321" cy="21920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7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3442" y="2024859"/>
                  </a:lnTo>
                  <a:lnTo>
                    <a:pt x="3513" y="2025219"/>
                  </a:lnTo>
                  <a:lnTo>
                    <a:pt x="7781" y="2037881"/>
                  </a:lnTo>
                  <a:lnTo>
                    <a:pt x="30872" y="2072243"/>
                  </a:lnTo>
                  <a:lnTo>
                    <a:pt x="64875" y="2095217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2405" y="2025219"/>
                  </a:lnTo>
                  <a:lnTo>
                    <a:pt x="2602526" y="2024859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26781" y="1952891"/>
            <a:ext cx="143065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rgbClr val="00DFFF"/>
                </a:solidFill>
                <a:latin typeface="Calibri"/>
                <a:cs typeface="Calibri"/>
              </a:rPr>
              <a:t>75.3%</a:t>
            </a:r>
            <a:endParaRPr sz="4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64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75799" y="1532508"/>
            <a:ext cx="2695575" cy="2192655"/>
            <a:chOff x="3475799" y="1532508"/>
            <a:chExt cx="2695575" cy="21926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5799" y="1532508"/>
              <a:ext cx="2695320" cy="21920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2043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3442" y="2024859"/>
                  </a:lnTo>
                  <a:lnTo>
                    <a:pt x="3513" y="2025219"/>
                  </a:lnTo>
                  <a:lnTo>
                    <a:pt x="7781" y="2037881"/>
                  </a:lnTo>
                  <a:lnTo>
                    <a:pt x="30872" y="2072243"/>
                  </a:lnTo>
                  <a:lnTo>
                    <a:pt x="64875" y="2095217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2405" y="2025219"/>
                  </a:lnTo>
                  <a:lnTo>
                    <a:pt x="2602526" y="2024859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2043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10900" y="1952891"/>
            <a:ext cx="1022350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400" b="1" spc="-20" dirty="0">
                <a:solidFill>
                  <a:srgbClr val="FFAF20"/>
                </a:solidFill>
                <a:latin typeface="Calibri"/>
                <a:cs typeface="Calibri"/>
              </a:rPr>
              <a:t>0.52</a:t>
            </a:r>
            <a:endParaRPr sz="44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264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300" spc="-7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439" y="3909948"/>
            <a:ext cx="2695575" cy="2192655"/>
            <a:chOff x="595439" y="3909948"/>
            <a:chExt cx="2695575" cy="21926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3909948"/>
              <a:ext cx="2695321" cy="219204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007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14046" y="2050554"/>
                  </a:lnTo>
                  <a:lnTo>
                    <a:pt x="41176" y="2081333"/>
                  </a:lnTo>
                  <a:lnTo>
                    <a:pt x="77893" y="2099606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6040" y="1997633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7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3139" y="4330331"/>
            <a:ext cx="999490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00DFFF"/>
                </a:solidFill>
                <a:latin typeface="Calibri"/>
                <a:cs typeface="Calibri"/>
              </a:rPr>
              <a:t>89%</a:t>
            </a:r>
            <a:endParaRPr sz="4400">
              <a:latin typeface="Calibri"/>
              <a:cs typeface="Calibri"/>
            </a:endParaRPr>
          </a:p>
          <a:p>
            <a:pPr marL="71120">
              <a:lnSpc>
                <a:spcPct val="100000"/>
              </a:lnSpc>
              <a:spcBef>
                <a:spcPts val="264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r>
              <a:rPr sz="1300" spc="-7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recall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75799" y="3909948"/>
            <a:ext cx="2695575" cy="2192655"/>
            <a:chOff x="3475799" y="3909948"/>
            <a:chExt cx="2695575" cy="219265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5799" y="3909948"/>
              <a:ext cx="2695320" cy="2192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2043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3442" y="2024859"/>
                  </a:lnTo>
                  <a:lnTo>
                    <a:pt x="3513" y="2025219"/>
                  </a:lnTo>
                  <a:lnTo>
                    <a:pt x="7781" y="2037881"/>
                  </a:lnTo>
                  <a:lnTo>
                    <a:pt x="30872" y="2072243"/>
                  </a:lnTo>
                  <a:lnTo>
                    <a:pt x="64875" y="2095217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6040" y="1997633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043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12259" y="4330331"/>
            <a:ext cx="122364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4400" b="1" spc="-20" dirty="0">
                <a:solidFill>
                  <a:srgbClr val="00DFFF"/>
                </a:solidFill>
                <a:latin typeface="Calibri"/>
                <a:cs typeface="Calibri"/>
              </a:rPr>
              <a:t>1.7%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False</a:t>
            </a:r>
            <a:r>
              <a:rPr sz="13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positive</a:t>
            </a:r>
            <a:r>
              <a:rPr sz="13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rate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21564" y="1532508"/>
            <a:ext cx="5027295" cy="4570095"/>
            <a:chOff x="6721564" y="1532508"/>
            <a:chExt cx="5027295" cy="457009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1564" y="1532508"/>
              <a:ext cx="5027041" cy="45694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66204" y="1554124"/>
              <a:ext cx="4937760" cy="4480560"/>
            </a:xfrm>
            <a:custGeom>
              <a:avLst/>
              <a:gdLst/>
              <a:ahLst/>
              <a:cxnLst/>
              <a:rect l="l" t="t" r="r" b="b"/>
              <a:pathLst>
                <a:path w="4937759" h="4480560">
                  <a:moveTo>
                    <a:pt x="4713478" y="0"/>
                  </a:moveTo>
                  <a:lnTo>
                    <a:pt x="223913" y="0"/>
                  </a:lnTo>
                  <a:lnTo>
                    <a:pt x="193869" y="1934"/>
                  </a:lnTo>
                  <a:lnTo>
                    <a:pt x="194409" y="1934"/>
                  </a:lnTo>
                  <a:lnTo>
                    <a:pt x="166041" y="7510"/>
                  </a:lnTo>
                  <a:lnTo>
                    <a:pt x="111950" y="29870"/>
                  </a:lnTo>
                  <a:lnTo>
                    <a:pt x="65647" y="65509"/>
                  </a:lnTo>
                  <a:lnTo>
                    <a:pt x="29870" y="111950"/>
                  </a:lnTo>
                  <a:lnTo>
                    <a:pt x="7648" y="165908"/>
                  </a:lnTo>
                  <a:lnTo>
                    <a:pt x="0" y="223913"/>
                  </a:lnTo>
                  <a:lnTo>
                    <a:pt x="0" y="4256633"/>
                  </a:lnTo>
                  <a:lnTo>
                    <a:pt x="1863" y="4285568"/>
                  </a:lnTo>
                  <a:lnTo>
                    <a:pt x="1882" y="4285873"/>
                  </a:lnTo>
                  <a:lnTo>
                    <a:pt x="7466" y="4314283"/>
                  </a:lnTo>
                  <a:lnTo>
                    <a:pt x="7510" y="4314505"/>
                  </a:lnTo>
                  <a:lnTo>
                    <a:pt x="29870" y="4368596"/>
                  </a:lnTo>
                  <a:lnTo>
                    <a:pt x="65509" y="4414899"/>
                  </a:lnTo>
                  <a:lnTo>
                    <a:pt x="111950" y="4450676"/>
                  </a:lnTo>
                  <a:lnTo>
                    <a:pt x="165908" y="4472909"/>
                  </a:lnTo>
                  <a:lnTo>
                    <a:pt x="223913" y="4480559"/>
                  </a:lnTo>
                  <a:lnTo>
                    <a:pt x="4713833" y="4480191"/>
                  </a:lnTo>
                  <a:lnTo>
                    <a:pt x="4771705" y="4472681"/>
                  </a:lnTo>
                  <a:lnTo>
                    <a:pt x="4825796" y="4450321"/>
                  </a:lnTo>
                  <a:lnTo>
                    <a:pt x="4872099" y="4414672"/>
                  </a:lnTo>
                  <a:lnTo>
                    <a:pt x="4907876" y="4368241"/>
                  </a:lnTo>
                  <a:lnTo>
                    <a:pt x="4930034" y="4314505"/>
                  </a:lnTo>
                  <a:lnTo>
                    <a:pt x="4937736" y="4256633"/>
                  </a:lnTo>
                  <a:lnTo>
                    <a:pt x="4937759" y="4256278"/>
                  </a:lnTo>
                  <a:lnTo>
                    <a:pt x="4937391" y="223913"/>
                  </a:lnTo>
                  <a:lnTo>
                    <a:pt x="4929881" y="166041"/>
                  </a:lnTo>
                  <a:lnTo>
                    <a:pt x="4907521" y="111950"/>
                  </a:lnTo>
                  <a:lnTo>
                    <a:pt x="4871872" y="65647"/>
                  </a:lnTo>
                  <a:lnTo>
                    <a:pt x="4825441" y="29870"/>
                  </a:lnTo>
                  <a:lnTo>
                    <a:pt x="4771483" y="7648"/>
                  </a:lnTo>
                  <a:lnTo>
                    <a:pt x="4742768" y="1934"/>
                  </a:lnTo>
                  <a:lnTo>
                    <a:pt x="4713478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66204" y="1554124"/>
              <a:ext cx="4937760" cy="4480560"/>
            </a:xfrm>
            <a:custGeom>
              <a:avLst/>
              <a:gdLst/>
              <a:ahLst/>
              <a:cxnLst/>
              <a:rect l="l" t="t" r="r" b="b"/>
              <a:pathLst>
                <a:path w="4937759" h="4480560">
                  <a:moveTo>
                    <a:pt x="0" y="223913"/>
                  </a:moveTo>
                  <a:lnTo>
                    <a:pt x="1934" y="194623"/>
                  </a:lnTo>
                  <a:lnTo>
                    <a:pt x="7648" y="165908"/>
                  </a:lnTo>
                  <a:lnTo>
                    <a:pt x="29870" y="111950"/>
                  </a:lnTo>
                  <a:lnTo>
                    <a:pt x="65647" y="65509"/>
                  </a:lnTo>
                  <a:lnTo>
                    <a:pt x="111950" y="29870"/>
                  </a:lnTo>
                  <a:lnTo>
                    <a:pt x="166041" y="7510"/>
                  </a:lnTo>
                  <a:lnTo>
                    <a:pt x="223913" y="0"/>
                  </a:lnTo>
                  <a:lnTo>
                    <a:pt x="4713478" y="0"/>
                  </a:lnTo>
                  <a:lnTo>
                    <a:pt x="4771483" y="7648"/>
                  </a:lnTo>
                  <a:lnTo>
                    <a:pt x="4825441" y="29870"/>
                  </a:lnTo>
                  <a:lnTo>
                    <a:pt x="4871872" y="65647"/>
                  </a:lnTo>
                  <a:lnTo>
                    <a:pt x="4907521" y="111950"/>
                  </a:lnTo>
                  <a:lnTo>
                    <a:pt x="4929881" y="166041"/>
                  </a:lnTo>
                  <a:lnTo>
                    <a:pt x="4937391" y="223913"/>
                  </a:lnTo>
                  <a:lnTo>
                    <a:pt x="4937759" y="4256278"/>
                  </a:lnTo>
                  <a:lnTo>
                    <a:pt x="4935825" y="4285568"/>
                  </a:lnTo>
                  <a:lnTo>
                    <a:pt x="4930109" y="4314283"/>
                  </a:lnTo>
                  <a:lnTo>
                    <a:pt x="4907876" y="4368241"/>
                  </a:lnTo>
                  <a:lnTo>
                    <a:pt x="4872099" y="4414672"/>
                  </a:lnTo>
                  <a:lnTo>
                    <a:pt x="4825796" y="4450321"/>
                  </a:lnTo>
                  <a:lnTo>
                    <a:pt x="4771705" y="4472681"/>
                  </a:lnTo>
                  <a:lnTo>
                    <a:pt x="4713833" y="4480191"/>
                  </a:lnTo>
                  <a:lnTo>
                    <a:pt x="223913" y="4480559"/>
                  </a:lnTo>
                  <a:lnTo>
                    <a:pt x="165908" y="4472909"/>
                  </a:lnTo>
                  <a:lnTo>
                    <a:pt x="111950" y="4450676"/>
                  </a:lnTo>
                  <a:lnTo>
                    <a:pt x="65509" y="4414899"/>
                  </a:lnTo>
                  <a:lnTo>
                    <a:pt x="29870" y="4368596"/>
                  </a:lnTo>
                  <a:lnTo>
                    <a:pt x="7510" y="4314505"/>
                  </a:lnTo>
                  <a:lnTo>
                    <a:pt x="0" y="4256633"/>
                  </a:lnTo>
                  <a:lnTo>
                    <a:pt x="0" y="223913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027824" y="1770011"/>
            <a:ext cx="2400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Recall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Benign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minorities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82104" y="2397861"/>
            <a:ext cx="3790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98205" y="2314422"/>
            <a:ext cx="3024505" cy="353695"/>
            <a:chOff x="8098205" y="2314422"/>
            <a:chExt cx="3024505" cy="35369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8205" y="2314422"/>
              <a:ext cx="3023997" cy="35354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138159" y="2331364"/>
              <a:ext cx="2944495" cy="274320"/>
            </a:xfrm>
            <a:custGeom>
              <a:avLst/>
              <a:gdLst/>
              <a:ahLst/>
              <a:cxnLst/>
              <a:rect l="l" t="t" r="r" b="b"/>
              <a:pathLst>
                <a:path w="2944495" h="274319">
                  <a:moveTo>
                    <a:pt x="2944075" y="0"/>
                  </a:moveTo>
                  <a:lnTo>
                    <a:pt x="0" y="0"/>
                  </a:lnTo>
                  <a:lnTo>
                    <a:pt x="0" y="273951"/>
                  </a:lnTo>
                  <a:lnTo>
                    <a:pt x="1472044" y="273951"/>
                  </a:lnTo>
                  <a:lnTo>
                    <a:pt x="2944075" y="273951"/>
                  </a:lnTo>
                  <a:lnTo>
                    <a:pt x="294407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142624" y="2397861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92%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2104" y="2790990"/>
            <a:ext cx="3232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DDOS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98205" y="2707551"/>
            <a:ext cx="2160270" cy="353695"/>
            <a:chOff x="8098205" y="2707551"/>
            <a:chExt cx="2160270" cy="35369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8205" y="2707551"/>
              <a:ext cx="2160003" cy="35352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138159" y="2724480"/>
              <a:ext cx="2080260" cy="274320"/>
            </a:xfrm>
            <a:custGeom>
              <a:avLst/>
              <a:gdLst/>
              <a:ahLst/>
              <a:cxnLst/>
              <a:rect l="l" t="t" r="r" b="b"/>
              <a:pathLst>
                <a:path w="2080259" h="274319">
                  <a:moveTo>
                    <a:pt x="2080082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040041" y="273964"/>
                  </a:lnTo>
                  <a:lnTo>
                    <a:pt x="2080082" y="273964"/>
                  </a:lnTo>
                  <a:lnTo>
                    <a:pt x="2080082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278618" y="2790990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65%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82104" y="3184105"/>
            <a:ext cx="3397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MIRAI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97837" y="3100666"/>
            <a:ext cx="1936114" cy="353695"/>
            <a:chOff x="8097837" y="3100666"/>
            <a:chExt cx="1936114" cy="353695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7837" y="3100666"/>
              <a:ext cx="1935721" cy="35352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137804" y="3117596"/>
              <a:ext cx="1856105" cy="274320"/>
            </a:xfrm>
            <a:custGeom>
              <a:avLst/>
              <a:gdLst/>
              <a:ahLst/>
              <a:cxnLst/>
              <a:rect l="l" t="t" r="r" b="b"/>
              <a:pathLst>
                <a:path w="1856104" h="274320">
                  <a:moveTo>
                    <a:pt x="1855800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928077" y="273964"/>
                  </a:lnTo>
                  <a:lnTo>
                    <a:pt x="1855800" y="273964"/>
                  </a:lnTo>
                  <a:lnTo>
                    <a:pt x="1855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054335" y="3184105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58%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82104" y="3577589"/>
            <a:ext cx="2457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DOS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098205" y="3494151"/>
            <a:ext cx="1520190" cy="353695"/>
            <a:chOff x="8098205" y="3494151"/>
            <a:chExt cx="1520190" cy="353695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8205" y="3494151"/>
              <a:ext cx="1519923" cy="3535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138159" y="3511080"/>
              <a:ext cx="1440180" cy="274320"/>
            </a:xfrm>
            <a:custGeom>
              <a:avLst/>
              <a:gdLst/>
              <a:ahLst/>
              <a:cxnLst/>
              <a:rect l="l" t="t" r="r" b="b"/>
              <a:pathLst>
                <a:path w="1440179" h="274320">
                  <a:moveTo>
                    <a:pt x="1440002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720001" y="273964"/>
                  </a:lnTo>
                  <a:lnTo>
                    <a:pt x="1440002" y="273964"/>
                  </a:lnTo>
                  <a:lnTo>
                    <a:pt x="1440002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638538" y="3577589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45%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82104" y="3970705"/>
            <a:ext cx="3409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Recon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097837" y="3887266"/>
            <a:ext cx="655955" cy="353695"/>
            <a:chOff x="8097837" y="3887266"/>
            <a:chExt cx="655955" cy="353695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7837" y="3887266"/>
              <a:ext cx="655561" cy="35352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137804" y="3904196"/>
              <a:ext cx="575945" cy="274320"/>
            </a:xfrm>
            <a:custGeom>
              <a:avLst/>
              <a:gdLst/>
              <a:ahLst/>
              <a:cxnLst/>
              <a:rect l="l" t="t" r="r" b="b"/>
              <a:pathLst>
                <a:path w="575945" h="274320">
                  <a:moveTo>
                    <a:pt x="575640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287997" y="273964"/>
                  </a:lnTo>
                  <a:lnTo>
                    <a:pt x="575640" y="273964"/>
                  </a:lnTo>
                  <a:lnTo>
                    <a:pt x="575640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774176" y="3970705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18%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82104" y="4363821"/>
            <a:ext cx="3219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Spoof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098205" y="4280382"/>
            <a:ext cx="464184" cy="353695"/>
            <a:chOff x="8098205" y="4280382"/>
            <a:chExt cx="464184" cy="353695"/>
          </a:xfrm>
        </p:grpSpPr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98205" y="4280382"/>
              <a:ext cx="463676" cy="35354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138159" y="4297324"/>
              <a:ext cx="384175" cy="274320"/>
            </a:xfrm>
            <a:custGeom>
              <a:avLst/>
              <a:gdLst/>
              <a:ahLst/>
              <a:cxnLst/>
              <a:rect l="l" t="t" r="r" b="b"/>
              <a:pathLst>
                <a:path w="384175" h="274320">
                  <a:moveTo>
                    <a:pt x="383755" y="0"/>
                  </a:moveTo>
                  <a:lnTo>
                    <a:pt x="0" y="0"/>
                  </a:lnTo>
                  <a:lnTo>
                    <a:pt x="0" y="273951"/>
                  </a:lnTo>
                  <a:lnTo>
                    <a:pt x="191884" y="273951"/>
                  </a:lnTo>
                  <a:lnTo>
                    <a:pt x="383755" y="273951"/>
                  </a:lnTo>
                  <a:lnTo>
                    <a:pt x="383755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582304" y="4363821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12%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82104" y="4756949"/>
            <a:ext cx="3092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Brute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097837" y="4673511"/>
            <a:ext cx="208279" cy="353695"/>
            <a:chOff x="8097837" y="4673511"/>
            <a:chExt cx="208279" cy="353695"/>
          </a:xfrm>
        </p:grpSpPr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97837" y="4673511"/>
              <a:ext cx="207721" cy="35352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137804" y="4690440"/>
              <a:ext cx="128270" cy="274320"/>
            </a:xfrm>
            <a:custGeom>
              <a:avLst/>
              <a:gdLst/>
              <a:ahLst/>
              <a:cxnLst/>
              <a:rect l="l" t="t" r="r" b="b"/>
              <a:pathLst>
                <a:path w="128270" h="274320">
                  <a:moveTo>
                    <a:pt x="127800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64071" y="273964"/>
                  </a:lnTo>
                  <a:lnTo>
                    <a:pt x="127800" y="273964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326335" y="4756949"/>
            <a:ext cx="1809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4%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82104" y="5150065"/>
            <a:ext cx="2635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Web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098205" y="5066626"/>
            <a:ext cx="111760" cy="353695"/>
            <a:chOff x="8098205" y="5066626"/>
            <a:chExt cx="111760" cy="353695"/>
          </a:xfrm>
        </p:grpSpPr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8205" y="5066626"/>
              <a:ext cx="111594" cy="353529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138159" y="5083555"/>
              <a:ext cx="31750" cy="274320"/>
            </a:xfrm>
            <a:custGeom>
              <a:avLst/>
              <a:gdLst/>
              <a:ahLst/>
              <a:cxnLst/>
              <a:rect l="l" t="t" r="r" b="b"/>
              <a:pathLst>
                <a:path w="31750" h="274320">
                  <a:moveTo>
                    <a:pt x="31673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5836" y="273964"/>
                  </a:lnTo>
                  <a:lnTo>
                    <a:pt x="31673" y="273964"/>
                  </a:lnTo>
                  <a:lnTo>
                    <a:pt x="31673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8230222" y="5150065"/>
            <a:ext cx="1809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1%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280717" y="5469115"/>
            <a:ext cx="1908810" cy="445770"/>
            <a:chOff x="8280717" y="5469115"/>
            <a:chExt cx="1908810" cy="445770"/>
          </a:xfrm>
        </p:grpSpPr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80717" y="5469115"/>
              <a:ext cx="1908721" cy="44532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320684" y="5486044"/>
              <a:ext cx="1828800" cy="365760"/>
            </a:xfrm>
            <a:custGeom>
              <a:avLst/>
              <a:gdLst/>
              <a:ahLst/>
              <a:cxnLst/>
              <a:rect l="l" t="t" r="r" b="b"/>
              <a:pathLst>
                <a:path w="1828800" h="365760">
                  <a:moveTo>
                    <a:pt x="1682280" y="0"/>
                  </a:moveTo>
                  <a:lnTo>
                    <a:pt x="146151" y="0"/>
                  </a:lnTo>
                  <a:lnTo>
                    <a:pt x="126306" y="1264"/>
                  </a:lnTo>
                  <a:lnTo>
                    <a:pt x="126834" y="1264"/>
                  </a:lnTo>
                  <a:lnTo>
                    <a:pt x="108399" y="4857"/>
                  </a:lnTo>
                  <a:lnTo>
                    <a:pt x="73075" y="19431"/>
                  </a:lnTo>
                  <a:lnTo>
                    <a:pt x="42748" y="42748"/>
                  </a:lnTo>
                  <a:lnTo>
                    <a:pt x="19430" y="73075"/>
                  </a:lnTo>
                  <a:lnTo>
                    <a:pt x="4991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191" y="238298"/>
                  </a:lnTo>
                  <a:lnTo>
                    <a:pt x="1214" y="238661"/>
                  </a:lnTo>
                  <a:lnTo>
                    <a:pt x="4786" y="256987"/>
                  </a:lnTo>
                  <a:lnTo>
                    <a:pt x="4857" y="257352"/>
                  </a:lnTo>
                  <a:lnTo>
                    <a:pt x="10808" y="275072"/>
                  </a:lnTo>
                  <a:lnTo>
                    <a:pt x="10929" y="275434"/>
                  </a:lnTo>
                  <a:lnTo>
                    <a:pt x="30145" y="308649"/>
                  </a:lnTo>
                  <a:lnTo>
                    <a:pt x="57103" y="335603"/>
                  </a:lnTo>
                  <a:lnTo>
                    <a:pt x="90314" y="354669"/>
                  </a:lnTo>
                  <a:lnTo>
                    <a:pt x="146151" y="365760"/>
                  </a:lnTo>
                  <a:lnTo>
                    <a:pt x="1682635" y="365391"/>
                  </a:lnTo>
                  <a:lnTo>
                    <a:pt x="1738474" y="354461"/>
                  </a:lnTo>
                  <a:lnTo>
                    <a:pt x="1771689" y="335246"/>
                  </a:lnTo>
                  <a:lnTo>
                    <a:pt x="1798643" y="308288"/>
                  </a:lnTo>
                  <a:lnTo>
                    <a:pt x="1817709" y="275072"/>
                  </a:lnTo>
                  <a:lnTo>
                    <a:pt x="1823679" y="257352"/>
                  </a:lnTo>
                  <a:lnTo>
                    <a:pt x="1823802" y="256987"/>
                  </a:lnTo>
                  <a:lnTo>
                    <a:pt x="1827461" y="238661"/>
                  </a:lnTo>
                  <a:lnTo>
                    <a:pt x="1827533" y="238298"/>
                  </a:lnTo>
                  <a:lnTo>
                    <a:pt x="1828776" y="219595"/>
                  </a:lnTo>
                  <a:lnTo>
                    <a:pt x="1828431" y="146151"/>
                  </a:lnTo>
                  <a:lnTo>
                    <a:pt x="1817501" y="90314"/>
                  </a:lnTo>
                  <a:lnTo>
                    <a:pt x="1798286" y="57103"/>
                  </a:lnTo>
                  <a:lnTo>
                    <a:pt x="1771328" y="30145"/>
                  </a:lnTo>
                  <a:lnTo>
                    <a:pt x="1738112" y="11079"/>
                  </a:lnTo>
                  <a:lnTo>
                    <a:pt x="1701338" y="1264"/>
                  </a:lnTo>
                  <a:lnTo>
                    <a:pt x="1682280" y="0"/>
                  </a:lnTo>
                  <a:close/>
                </a:path>
              </a:pathLst>
            </a:custGeom>
            <a:solidFill>
              <a:srgbClr val="FF4C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743937" y="5579910"/>
            <a:ext cx="9829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Fails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minorities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349064" y="6342024"/>
            <a:ext cx="349440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High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hides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near-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zero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recall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rare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attacks.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class</a:t>
            </a:r>
            <a:r>
              <a:rPr spc="-65" dirty="0"/>
              <a:t> </a:t>
            </a:r>
            <a:r>
              <a:rPr spc="-10" dirty="0"/>
              <a:t>weights</a:t>
            </a:r>
            <a:r>
              <a:rPr spc="-6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dirty="0"/>
              <a:t>fairer</a:t>
            </a:r>
            <a:r>
              <a:rPr spc="-65" dirty="0"/>
              <a:t> </a:t>
            </a:r>
            <a:r>
              <a:rPr spc="-10" dirty="0"/>
              <a:t>detection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439" y="1532508"/>
            <a:ext cx="2695575" cy="2192655"/>
            <a:chOff x="595439" y="1532508"/>
            <a:chExt cx="2695575" cy="21926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1532508"/>
              <a:ext cx="2695321" cy="21920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7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3442" y="2024859"/>
                  </a:lnTo>
                  <a:lnTo>
                    <a:pt x="3513" y="2025219"/>
                  </a:lnTo>
                  <a:lnTo>
                    <a:pt x="7781" y="2037881"/>
                  </a:lnTo>
                  <a:lnTo>
                    <a:pt x="30872" y="2072243"/>
                  </a:lnTo>
                  <a:lnTo>
                    <a:pt x="64875" y="2095217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2405" y="2025219"/>
                  </a:lnTo>
                  <a:lnTo>
                    <a:pt x="2602526" y="2024859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26781" y="1952891"/>
            <a:ext cx="143065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solidFill>
                  <a:srgbClr val="FFFFFF"/>
                </a:solidFill>
                <a:latin typeface="Calibri"/>
                <a:cs typeface="Calibri"/>
              </a:rPr>
              <a:t>72.2%</a:t>
            </a:r>
            <a:endParaRPr sz="44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264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75799" y="1532508"/>
            <a:ext cx="2695575" cy="2192655"/>
            <a:chOff x="3475799" y="1532508"/>
            <a:chExt cx="2695575" cy="21926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5799" y="1532508"/>
              <a:ext cx="2695320" cy="21920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2043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3442" y="2024859"/>
                  </a:lnTo>
                  <a:lnTo>
                    <a:pt x="3513" y="2025219"/>
                  </a:lnTo>
                  <a:lnTo>
                    <a:pt x="7781" y="2037881"/>
                  </a:lnTo>
                  <a:lnTo>
                    <a:pt x="30872" y="2072243"/>
                  </a:lnTo>
                  <a:lnTo>
                    <a:pt x="64875" y="2095217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2405" y="2025219"/>
                  </a:lnTo>
                  <a:lnTo>
                    <a:pt x="2602526" y="2024859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20439" y="155412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10900" y="1952891"/>
            <a:ext cx="1022350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400" b="1" spc="-20" dirty="0">
                <a:solidFill>
                  <a:srgbClr val="FFFFFF"/>
                </a:solidFill>
                <a:latin typeface="Calibri"/>
                <a:cs typeface="Calibri"/>
              </a:rPr>
              <a:t>0.50</a:t>
            </a:r>
            <a:endParaRPr sz="44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264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300" spc="-7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439" y="3909948"/>
            <a:ext cx="2695575" cy="2192655"/>
            <a:chOff x="595439" y="3909948"/>
            <a:chExt cx="2695575" cy="21926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39" y="3909948"/>
              <a:ext cx="2695321" cy="219204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4007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14046" y="2050554"/>
                  </a:lnTo>
                  <a:lnTo>
                    <a:pt x="41176" y="2081333"/>
                  </a:lnTo>
                  <a:lnTo>
                    <a:pt x="77893" y="2099606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6040" y="1997633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7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3139" y="4330331"/>
            <a:ext cx="999490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5" dirty="0">
                <a:solidFill>
                  <a:srgbClr val="FFAF20"/>
                </a:solidFill>
                <a:latin typeface="Calibri"/>
                <a:cs typeface="Calibri"/>
              </a:rPr>
              <a:t>40%</a:t>
            </a:r>
            <a:endParaRPr sz="4400">
              <a:latin typeface="Calibri"/>
              <a:cs typeface="Calibri"/>
            </a:endParaRPr>
          </a:p>
          <a:p>
            <a:pPr marL="71120">
              <a:lnSpc>
                <a:spcPct val="100000"/>
              </a:lnSpc>
              <a:spcBef>
                <a:spcPts val="264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r>
              <a:rPr sz="1300" spc="-7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recall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75799" y="3909948"/>
            <a:ext cx="2695575" cy="2192655"/>
            <a:chOff x="3475799" y="3909948"/>
            <a:chExt cx="2695575" cy="219265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75799" y="3909948"/>
              <a:ext cx="2695320" cy="2192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2043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2500553" y="0"/>
                  </a:moveTo>
                  <a:lnTo>
                    <a:pt x="105117" y="0"/>
                  </a:lnTo>
                  <a:lnTo>
                    <a:pt x="91386" y="876"/>
                  </a:lnTo>
                  <a:lnTo>
                    <a:pt x="52565" y="14033"/>
                  </a:lnTo>
                  <a:lnTo>
                    <a:pt x="21784" y="41169"/>
                  </a:lnTo>
                  <a:lnTo>
                    <a:pt x="3513" y="77887"/>
                  </a:lnTo>
                  <a:lnTo>
                    <a:pt x="0" y="105117"/>
                  </a:lnTo>
                  <a:lnTo>
                    <a:pt x="0" y="1997989"/>
                  </a:lnTo>
                  <a:lnTo>
                    <a:pt x="855" y="2011365"/>
                  </a:lnTo>
                  <a:lnTo>
                    <a:pt x="878" y="2011723"/>
                  </a:lnTo>
                  <a:lnTo>
                    <a:pt x="3442" y="2024859"/>
                  </a:lnTo>
                  <a:lnTo>
                    <a:pt x="3513" y="2025219"/>
                  </a:lnTo>
                  <a:lnTo>
                    <a:pt x="7781" y="2037881"/>
                  </a:lnTo>
                  <a:lnTo>
                    <a:pt x="30872" y="2072243"/>
                  </a:lnTo>
                  <a:lnTo>
                    <a:pt x="64875" y="2095217"/>
                  </a:lnTo>
                  <a:lnTo>
                    <a:pt x="105117" y="2103120"/>
                  </a:lnTo>
                  <a:lnTo>
                    <a:pt x="2500922" y="2102751"/>
                  </a:lnTo>
                  <a:lnTo>
                    <a:pt x="2541164" y="2094859"/>
                  </a:lnTo>
                  <a:lnTo>
                    <a:pt x="2575167" y="2071887"/>
                  </a:lnTo>
                  <a:lnTo>
                    <a:pt x="2598137" y="2037881"/>
                  </a:lnTo>
                  <a:lnTo>
                    <a:pt x="2605091" y="2011723"/>
                  </a:lnTo>
                  <a:lnTo>
                    <a:pt x="2605161" y="2011365"/>
                  </a:lnTo>
                  <a:lnTo>
                    <a:pt x="2606017" y="1997989"/>
                  </a:lnTo>
                  <a:lnTo>
                    <a:pt x="2606040" y="1997633"/>
                  </a:lnTo>
                  <a:lnTo>
                    <a:pt x="2605684" y="105117"/>
                  </a:lnTo>
                  <a:lnTo>
                    <a:pt x="2597781" y="64864"/>
                  </a:lnTo>
                  <a:lnTo>
                    <a:pt x="2574807" y="30864"/>
                  </a:lnTo>
                  <a:lnTo>
                    <a:pt x="2540807" y="7892"/>
                  </a:lnTo>
                  <a:lnTo>
                    <a:pt x="2514287" y="876"/>
                  </a:lnTo>
                  <a:lnTo>
                    <a:pt x="250055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20439" y="3931564"/>
              <a:ext cx="2606040" cy="2103120"/>
            </a:xfrm>
            <a:custGeom>
              <a:avLst/>
              <a:gdLst/>
              <a:ahLst/>
              <a:cxnLst/>
              <a:rect l="l" t="t" r="r" b="b"/>
              <a:pathLst>
                <a:path w="2606040" h="2103120">
                  <a:moveTo>
                    <a:pt x="0" y="105117"/>
                  </a:moveTo>
                  <a:lnTo>
                    <a:pt x="878" y="91384"/>
                  </a:lnTo>
                  <a:lnTo>
                    <a:pt x="3513" y="77887"/>
                  </a:lnTo>
                  <a:lnTo>
                    <a:pt x="21784" y="41169"/>
                  </a:lnTo>
                  <a:lnTo>
                    <a:pt x="52565" y="14033"/>
                  </a:lnTo>
                  <a:lnTo>
                    <a:pt x="91386" y="876"/>
                  </a:lnTo>
                  <a:lnTo>
                    <a:pt x="105117" y="0"/>
                  </a:lnTo>
                  <a:lnTo>
                    <a:pt x="2500553" y="0"/>
                  </a:lnTo>
                  <a:lnTo>
                    <a:pt x="2540807" y="7892"/>
                  </a:lnTo>
                  <a:lnTo>
                    <a:pt x="2574807" y="30864"/>
                  </a:lnTo>
                  <a:lnTo>
                    <a:pt x="2597781" y="64864"/>
                  </a:lnTo>
                  <a:lnTo>
                    <a:pt x="2605684" y="105117"/>
                  </a:lnTo>
                  <a:lnTo>
                    <a:pt x="2606040" y="1997633"/>
                  </a:lnTo>
                  <a:lnTo>
                    <a:pt x="2605161" y="2011365"/>
                  </a:lnTo>
                  <a:lnTo>
                    <a:pt x="2602526" y="2024859"/>
                  </a:lnTo>
                  <a:lnTo>
                    <a:pt x="2584255" y="2061582"/>
                  </a:lnTo>
                  <a:lnTo>
                    <a:pt x="2553474" y="2088718"/>
                  </a:lnTo>
                  <a:lnTo>
                    <a:pt x="2514653" y="2101875"/>
                  </a:lnTo>
                  <a:lnTo>
                    <a:pt x="105117" y="2103120"/>
                  </a:lnTo>
                  <a:lnTo>
                    <a:pt x="64875" y="2095217"/>
                  </a:lnTo>
                  <a:lnTo>
                    <a:pt x="30872" y="2072243"/>
                  </a:lnTo>
                  <a:lnTo>
                    <a:pt x="7902" y="2038242"/>
                  </a:lnTo>
                  <a:lnTo>
                    <a:pt x="0" y="1997989"/>
                  </a:lnTo>
                  <a:lnTo>
                    <a:pt x="0" y="105117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12259" y="4330331"/>
            <a:ext cx="122364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4400" b="1" spc="-20" dirty="0">
                <a:solidFill>
                  <a:srgbClr val="00DFFF"/>
                </a:solidFill>
                <a:latin typeface="Calibri"/>
                <a:cs typeface="Calibri"/>
              </a:rPr>
              <a:t>0.3%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False</a:t>
            </a:r>
            <a:r>
              <a:rPr sz="13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positive</a:t>
            </a:r>
            <a:r>
              <a:rPr sz="13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rate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21564" y="1532508"/>
            <a:ext cx="5027295" cy="4570095"/>
            <a:chOff x="6721564" y="1532508"/>
            <a:chExt cx="5027295" cy="457009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1564" y="1532508"/>
              <a:ext cx="5027041" cy="45694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66204" y="1554124"/>
              <a:ext cx="4937760" cy="4480560"/>
            </a:xfrm>
            <a:custGeom>
              <a:avLst/>
              <a:gdLst/>
              <a:ahLst/>
              <a:cxnLst/>
              <a:rect l="l" t="t" r="r" b="b"/>
              <a:pathLst>
                <a:path w="4937759" h="4480560">
                  <a:moveTo>
                    <a:pt x="4713478" y="0"/>
                  </a:moveTo>
                  <a:lnTo>
                    <a:pt x="223913" y="0"/>
                  </a:lnTo>
                  <a:lnTo>
                    <a:pt x="193869" y="1934"/>
                  </a:lnTo>
                  <a:lnTo>
                    <a:pt x="194409" y="1934"/>
                  </a:lnTo>
                  <a:lnTo>
                    <a:pt x="166041" y="7510"/>
                  </a:lnTo>
                  <a:lnTo>
                    <a:pt x="111950" y="29870"/>
                  </a:lnTo>
                  <a:lnTo>
                    <a:pt x="65647" y="65509"/>
                  </a:lnTo>
                  <a:lnTo>
                    <a:pt x="29870" y="111950"/>
                  </a:lnTo>
                  <a:lnTo>
                    <a:pt x="7648" y="165908"/>
                  </a:lnTo>
                  <a:lnTo>
                    <a:pt x="0" y="223913"/>
                  </a:lnTo>
                  <a:lnTo>
                    <a:pt x="0" y="4256633"/>
                  </a:lnTo>
                  <a:lnTo>
                    <a:pt x="1863" y="4285568"/>
                  </a:lnTo>
                  <a:lnTo>
                    <a:pt x="1882" y="4285873"/>
                  </a:lnTo>
                  <a:lnTo>
                    <a:pt x="7466" y="4314283"/>
                  </a:lnTo>
                  <a:lnTo>
                    <a:pt x="7510" y="4314505"/>
                  </a:lnTo>
                  <a:lnTo>
                    <a:pt x="29870" y="4368596"/>
                  </a:lnTo>
                  <a:lnTo>
                    <a:pt x="65509" y="4414899"/>
                  </a:lnTo>
                  <a:lnTo>
                    <a:pt x="111950" y="4450676"/>
                  </a:lnTo>
                  <a:lnTo>
                    <a:pt x="165908" y="4472909"/>
                  </a:lnTo>
                  <a:lnTo>
                    <a:pt x="223913" y="4480559"/>
                  </a:lnTo>
                  <a:lnTo>
                    <a:pt x="4713833" y="4480191"/>
                  </a:lnTo>
                  <a:lnTo>
                    <a:pt x="4771705" y="4472681"/>
                  </a:lnTo>
                  <a:lnTo>
                    <a:pt x="4825796" y="4450321"/>
                  </a:lnTo>
                  <a:lnTo>
                    <a:pt x="4872099" y="4414672"/>
                  </a:lnTo>
                  <a:lnTo>
                    <a:pt x="4907876" y="4368241"/>
                  </a:lnTo>
                  <a:lnTo>
                    <a:pt x="4930034" y="4314505"/>
                  </a:lnTo>
                  <a:lnTo>
                    <a:pt x="4937736" y="4256633"/>
                  </a:lnTo>
                  <a:lnTo>
                    <a:pt x="4937759" y="4256278"/>
                  </a:lnTo>
                  <a:lnTo>
                    <a:pt x="4937391" y="223913"/>
                  </a:lnTo>
                  <a:lnTo>
                    <a:pt x="4929881" y="166041"/>
                  </a:lnTo>
                  <a:lnTo>
                    <a:pt x="4907521" y="111950"/>
                  </a:lnTo>
                  <a:lnTo>
                    <a:pt x="4871872" y="65647"/>
                  </a:lnTo>
                  <a:lnTo>
                    <a:pt x="4825441" y="29870"/>
                  </a:lnTo>
                  <a:lnTo>
                    <a:pt x="4771483" y="7648"/>
                  </a:lnTo>
                  <a:lnTo>
                    <a:pt x="4742768" y="1934"/>
                  </a:lnTo>
                  <a:lnTo>
                    <a:pt x="4713478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766204" y="1554124"/>
              <a:ext cx="4937760" cy="4480560"/>
            </a:xfrm>
            <a:custGeom>
              <a:avLst/>
              <a:gdLst/>
              <a:ahLst/>
              <a:cxnLst/>
              <a:rect l="l" t="t" r="r" b="b"/>
              <a:pathLst>
                <a:path w="4937759" h="4480560">
                  <a:moveTo>
                    <a:pt x="0" y="223913"/>
                  </a:moveTo>
                  <a:lnTo>
                    <a:pt x="1934" y="194623"/>
                  </a:lnTo>
                  <a:lnTo>
                    <a:pt x="7648" y="165908"/>
                  </a:lnTo>
                  <a:lnTo>
                    <a:pt x="29870" y="111950"/>
                  </a:lnTo>
                  <a:lnTo>
                    <a:pt x="65647" y="65509"/>
                  </a:lnTo>
                  <a:lnTo>
                    <a:pt x="111950" y="29870"/>
                  </a:lnTo>
                  <a:lnTo>
                    <a:pt x="166041" y="7510"/>
                  </a:lnTo>
                  <a:lnTo>
                    <a:pt x="223913" y="0"/>
                  </a:lnTo>
                  <a:lnTo>
                    <a:pt x="4713478" y="0"/>
                  </a:lnTo>
                  <a:lnTo>
                    <a:pt x="4771483" y="7648"/>
                  </a:lnTo>
                  <a:lnTo>
                    <a:pt x="4825441" y="29870"/>
                  </a:lnTo>
                  <a:lnTo>
                    <a:pt x="4871872" y="65647"/>
                  </a:lnTo>
                  <a:lnTo>
                    <a:pt x="4907521" y="111950"/>
                  </a:lnTo>
                  <a:lnTo>
                    <a:pt x="4929881" y="166041"/>
                  </a:lnTo>
                  <a:lnTo>
                    <a:pt x="4937391" y="223913"/>
                  </a:lnTo>
                  <a:lnTo>
                    <a:pt x="4937759" y="4256278"/>
                  </a:lnTo>
                  <a:lnTo>
                    <a:pt x="4935825" y="4285568"/>
                  </a:lnTo>
                  <a:lnTo>
                    <a:pt x="4930109" y="4314283"/>
                  </a:lnTo>
                  <a:lnTo>
                    <a:pt x="4907876" y="4368241"/>
                  </a:lnTo>
                  <a:lnTo>
                    <a:pt x="4872099" y="4414672"/>
                  </a:lnTo>
                  <a:lnTo>
                    <a:pt x="4825796" y="4450321"/>
                  </a:lnTo>
                  <a:lnTo>
                    <a:pt x="4771705" y="4472681"/>
                  </a:lnTo>
                  <a:lnTo>
                    <a:pt x="4713833" y="4480191"/>
                  </a:lnTo>
                  <a:lnTo>
                    <a:pt x="223913" y="4480559"/>
                  </a:lnTo>
                  <a:lnTo>
                    <a:pt x="165908" y="4472909"/>
                  </a:lnTo>
                  <a:lnTo>
                    <a:pt x="111950" y="4450676"/>
                  </a:lnTo>
                  <a:lnTo>
                    <a:pt x="65509" y="4414899"/>
                  </a:lnTo>
                  <a:lnTo>
                    <a:pt x="29870" y="4368596"/>
                  </a:lnTo>
                  <a:lnTo>
                    <a:pt x="7510" y="4314505"/>
                  </a:lnTo>
                  <a:lnTo>
                    <a:pt x="0" y="4256633"/>
                  </a:lnTo>
                  <a:lnTo>
                    <a:pt x="0" y="223913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027824" y="1770011"/>
            <a:ext cx="2513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Recall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minorities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visible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82104" y="2397861"/>
            <a:ext cx="3790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097837" y="2314422"/>
            <a:ext cx="1360170" cy="353695"/>
            <a:chOff x="8097837" y="2314422"/>
            <a:chExt cx="1360170" cy="35369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7837" y="2314422"/>
              <a:ext cx="1359725" cy="35354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137804" y="2331364"/>
              <a:ext cx="1280160" cy="274320"/>
            </a:xfrm>
            <a:custGeom>
              <a:avLst/>
              <a:gdLst/>
              <a:ahLst/>
              <a:cxnLst/>
              <a:rect l="l" t="t" r="r" b="b"/>
              <a:pathLst>
                <a:path w="1280159" h="274319">
                  <a:moveTo>
                    <a:pt x="1279791" y="0"/>
                  </a:moveTo>
                  <a:lnTo>
                    <a:pt x="0" y="0"/>
                  </a:lnTo>
                  <a:lnTo>
                    <a:pt x="0" y="273951"/>
                  </a:lnTo>
                  <a:lnTo>
                    <a:pt x="640079" y="273951"/>
                  </a:lnTo>
                  <a:lnTo>
                    <a:pt x="1279791" y="273951"/>
                  </a:lnTo>
                  <a:lnTo>
                    <a:pt x="1279791" y="0"/>
                  </a:lnTo>
                  <a:close/>
                </a:path>
              </a:pathLst>
            </a:custGeom>
            <a:solidFill>
              <a:srgbClr val="FFA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478340" y="2397861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40%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2104" y="2790990"/>
            <a:ext cx="3232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DDOS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98205" y="2707551"/>
            <a:ext cx="2384425" cy="353695"/>
            <a:chOff x="8098205" y="2707551"/>
            <a:chExt cx="2384425" cy="35369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8205" y="2707551"/>
              <a:ext cx="2383917" cy="35352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138159" y="2724480"/>
              <a:ext cx="2304415" cy="274320"/>
            </a:xfrm>
            <a:custGeom>
              <a:avLst/>
              <a:gdLst/>
              <a:ahLst/>
              <a:cxnLst/>
              <a:rect l="l" t="t" r="r" b="b"/>
              <a:pathLst>
                <a:path w="2304415" h="274319">
                  <a:moveTo>
                    <a:pt x="2303995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152004" y="273964"/>
                  </a:lnTo>
                  <a:lnTo>
                    <a:pt x="2303995" y="273964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502544" y="2790990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72%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82104" y="3184105"/>
            <a:ext cx="3397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9CB2CC"/>
                </a:solidFill>
                <a:latin typeface="Calibri"/>
                <a:cs typeface="Calibri"/>
              </a:rPr>
              <a:t>MIRAI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98205" y="3100666"/>
            <a:ext cx="2160270" cy="353695"/>
            <a:chOff x="8098205" y="3100666"/>
            <a:chExt cx="2160270" cy="353695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8205" y="3100666"/>
              <a:ext cx="2160003" cy="35352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138159" y="3117596"/>
              <a:ext cx="2080260" cy="274320"/>
            </a:xfrm>
            <a:custGeom>
              <a:avLst/>
              <a:gdLst/>
              <a:ahLst/>
              <a:cxnLst/>
              <a:rect l="l" t="t" r="r" b="b"/>
              <a:pathLst>
                <a:path w="2080259" h="274320">
                  <a:moveTo>
                    <a:pt x="2080082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040041" y="273964"/>
                  </a:lnTo>
                  <a:lnTo>
                    <a:pt x="2080082" y="273964"/>
                  </a:lnTo>
                  <a:lnTo>
                    <a:pt x="2080082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278618" y="3184105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65%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82104" y="3577589"/>
            <a:ext cx="2457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DOS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097837" y="3494151"/>
            <a:ext cx="1936114" cy="353695"/>
            <a:chOff x="8097837" y="3494151"/>
            <a:chExt cx="1936114" cy="353695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7837" y="3494151"/>
              <a:ext cx="1935721" cy="3535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137804" y="3511080"/>
              <a:ext cx="1856105" cy="274320"/>
            </a:xfrm>
            <a:custGeom>
              <a:avLst/>
              <a:gdLst/>
              <a:ahLst/>
              <a:cxnLst/>
              <a:rect l="l" t="t" r="r" b="b"/>
              <a:pathLst>
                <a:path w="1856104" h="274320">
                  <a:moveTo>
                    <a:pt x="1855800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928077" y="273964"/>
                  </a:lnTo>
                  <a:lnTo>
                    <a:pt x="1855800" y="273964"/>
                  </a:lnTo>
                  <a:lnTo>
                    <a:pt x="1855800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0054335" y="3577589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58%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82104" y="3970705"/>
            <a:ext cx="3409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Recon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098205" y="3887266"/>
            <a:ext cx="1520190" cy="353695"/>
            <a:chOff x="8098205" y="3887266"/>
            <a:chExt cx="1520190" cy="353695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98205" y="3887266"/>
              <a:ext cx="1519923" cy="35352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138159" y="3904196"/>
              <a:ext cx="1440180" cy="274320"/>
            </a:xfrm>
            <a:custGeom>
              <a:avLst/>
              <a:gdLst/>
              <a:ahLst/>
              <a:cxnLst/>
              <a:rect l="l" t="t" r="r" b="b"/>
              <a:pathLst>
                <a:path w="1440179" h="274320">
                  <a:moveTo>
                    <a:pt x="1440002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720001" y="273964"/>
                  </a:lnTo>
                  <a:lnTo>
                    <a:pt x="1440002" y="273964"/>
                  </a:lnTo>
                  <a:lnTo>
                    <a:pt x="1440002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38538" y="3970705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45%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982104" y="4363821"/>
            <a:ext cx="3219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Spoof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097837" y="4280382"/>
            <a:ext cx="1424305" cy="353695"/>
            <a:chOff x="8097837" y="4280382"/>
            <a:chExt cx="1424305" cy="353695"/>
          </a:xfrm>
        </p:grpSpPr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97837" y="4280382"/>
              <a:ext cx="1423797" cy="35354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137804" y="4297324"/>
              <a:ext cx="1344295" cy="274320"/>
            </a:xfrm>
            <a:custGeom>
              <a:avLst/>
              <a:gdLst/>
              <a:ahLst/>
              <a:cxnLst/>
              <a:rect l="l" t="t" r="r" b="b"/>
              <a:pathLst>
                <a:path w="1344295" h="274320">
                  <a:moveTo>
                    <a:pt x="1343875" y="0"/>
                  </a:moveTo>
                  <a:lnTo>
                    <a:pt x="0" y="0"/>
                  </a:lnTo>
                  <a:lnTo>
                    <a:pt x="0" y="273951"/>
                  </a:lnTo>
                  <a:lnTo>
                    <a:pt x="672109" y="273951"/>
                  </a:lnTo>
                  <a:lnTo>
                    <a:pt x="1343875" y="273951"/>
                  </a:lnTo>
                  <a:lnTo>
                    <a:pt x="1343875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9542424" y="4363821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42%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82104" y="4756949"/>
            <a:ext cx="3092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Brute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097837" y="4673511"/>
            <a:ext cx="1296035" cy="353695"/>
            <a:chOff x="8097837" y="4673511"/>
            <a:chExt cx="1296035" cy="353695"/>
          </a:xfrm>
        </p:grpSpPr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97837" y="4673511"/>
              <a:ext cx="1295641" cy="35352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137804" y="4690440"/>
              <a:ext cx="1216025" cy="274320"/>
            </a:xfrm>
            <a:custGeom>
              <a:avLst/>
              <a:gdLst/>
              <a:ahLst/>
              <a:cxnLst/>
              <a:rect l="l" t="t" r="r" b="b"/>
              <a:pathLst>
                <a:path w="1216025" h="274320">
                  <a:moveTo>
                    <a:pt x="1215720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608037" y="273964"/>
                  </a:lnTo>
                  <a:lnTo>
                    <a:pt x="1215720" y="273964"/>
                  </a:lnTo>
                  <a:lnTo>
                    <a:pt x="1215720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414256" y="4756949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38%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82104" y="5150065"/>
            <a:ext cx="2635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Web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098205" y="5066626"/>
            <a:ext cx="1104265" cy="353695"/>
            <a:chOff x="8098205" y="5066626"/>
            <a:chExt cx="1104265" cy="353695"/>
          </a:xfrm>
        </p:grpSpPr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8205" y="5066626"/>
              <a:ext cx="1103756" cy="353529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138159" y="5083555"/>
              <a:ext cx="1024255" cy="274320"/>
            </a:xfrm>
            <a:custGeom>
              <a:avLst/>
              <a:gdLst/>
              <a:ahLst/>
              <a:cxnLst/>
              <a:rect l="l" t="t" r="r" b="b"/>
              <a:pathLst>
                <a:path w="1024254" h="274320">
                  <a:moveTo>
                    <a:pt x="1023835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511924" y="273964"/>
                  </a:lnTo>
                  <a:lnTo>
                    <a:pt x="1023835" y="273964"/>
                  </a:lnTo>
                  <a:lnTo>
                    <a:pt x="1023835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9222384" y="5150065"/>
            <a:ext cx="2451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32%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234997" y="5469115"/>
            <a:ext cx="2000250" cy="445770"/>
            <a:chOff x="8234997" y="5469115"/>
            <a:chExt cx="2000250" cy="445770"/>
          </a:xfrm>
        </p:grpSpPr>
        <p:pic>
          <p:nvPicPr>
            <p:cNvPr id="69" name="object 6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34997" y="5469115"/>
              <a:ext cx="2000161" cy="44532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274964" y="5486044"/>
              <a:ext cx="1920239" cy="365760"/>
            </a:xfrm>
            <a:custGeom>
              <a:avLst/>
              <a:gdLst/>
              <a:ahLst/>
              <a:cxnLst/>
              <a:rect l="l" t="t" r="r" b="b"/>
              <a:pathLst>
                <a:path w="1920240" h="365760">
                  <a:moveTo>
                    <a:pt x="1773720" y="0"/>
                  </a:moveTo>
                  <a:lnTo>
                    <a:pt x="146151" y="0"/>
                  </a:lnTo>
                  <a:lnTo>
                    <a:pt x="126306" y="1264"/>
                  </a:lnTo>
                  <a:lnTo>
                    <a:pt x="126834" y="1264"/>
                  </a:lnTo>
                  <a:lnTo>
                    <a:pt x="108399" y="4857"/>
                  </a:lnTo>
                  <a:lnTo>
                    <a:pt x="73075" y="19431"/>
                  </a:lnTo>
                  <a:lnTo>
                    <a:pt x="42748" y="42748"/>
                  </a:lnTo>
                  <a:lnTo>
                    <a:pt x="19430" y="73075"/>
                  </a:lnTo>
                  <a:lnTo>
                    <a:pt x="4991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191" y="238298"/>
                  </a:lnTo>
                  <a:lnTo>
                    <a:pt x="1214" y="238661"/>
                  </a:lnTo>
                  <a:lnTo>
                    <a:pt x="4786" y="256987"/>
                  </a:lnTo>
                  <a:lnTo>
                    <a:pt x="4857" y="257352"/>
                  </a:lnTo>
                  <a:lnTo>
                    <a:pt x="10808" y="275072"/>
                  </a:lnTo>
                  <a:lnTo>
                    <a:pt x="10929" y="275434"/>
                  </a:lnTo>
                  <a:lnTo>
                    <a:pt x="30145" y="308649"/>
                  </a:lnTo>
                  <a:lnTo>
                    <a:pt x="57103" y="335603"/>
                  </a:lnTo>
                  <a:lnTo>
                    <a:pt x="90314" y="354669"/>
                  </a:lnTo>
                  <a:lnTo>
                    <a:pt x="146151" y="365760"/>
                  </a:lnTo>
                  <a:lnTo>
                    <a:pt x="1774075" y="365391"/>
                  </a:lnTo>
                  <a:lnTo>
                    <a:pt x="1829914" y="354461"/>
                  </a:lnTo>
                  <a:lnTo>
                    <a:pt x="1863129" y="335246"/>
                  </a:lnTo>
                  <a:lnTo>
                    <a:pt x="1890083" y="308288"/>
                  </a:lnTo>
                  <a:lnTo>
                    <a:pt x="1909149" y="275072"/>
                  </a:lnTo>
                  <a:lnTo>
                    <a:pt x="1915119" y="257352"/>
                  </a:lnTo>
                  <a:lnTo>
                    <a:pt x="1915242" y="256987"/>
                  </a:lnTo>
                  <a:lnTo>
                    <a:pt x="1918901" y="238661"/>
                  </a:lnTo>
                  <a:lnTo>
                    <a:pt x="1918973" y="238298"/>
                  </a:lnTo>
                  <a:lnTo>
                    <a:pt x="1920216" y="219595"/>
                  </a:lnTo>
                  <a:lnTo>
                    <a:pt x="1919871" y="146151"/>
                  </a:lnTo>
                  <a:lnTo>
                    <a:pt x="1908941" y="90314"/>
                  </a:lnTo>
                  <a:lnTo>
                    <a:pt x="1889726" y="57103"/>
                  </a:lnTo>
                  <a:lnTo>
                    <a:pt x="1862768" y="30145"/>
                  </a:lnTo>
                  <a:lnTo>
                    <a:pt x="1829552" y="11079"/>
                  </a:lnTo>
                  <a:lnTo>
                    <a:pt x="1792778" y="1264"/>
                  </a:lnTo>
                  <a:lnTo>
                    <a:pt x="1773720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705774" y="5579910"/>
            <a:ext cx="10598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A0E1C"/>
                </a:solidFill>
                <a:latin typeface="Calibri"/>
                <a:cs typeface="Calibri"/>
              </a:rPr>
              <a:t>Detects</a:t>
            </a:r>
            <a:r>
              <a:rPr sz="1000" b="1" spc="-15" dirty="0">
                <a:solidFill>
                  <a:srgbClr val="0A0E1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A0E1C"/>
                </a:solidFill>
                <a:latin typeface="Calibri"/>
                <a:cs typeface="Calibri"/>
              </a:rPr>
              <a:t>rare</a:t>
            </a:r>
            <a:r>
              <a:rPr sz="1000" b="1" spc="-15" dirty="0">
                <a:solidFill>
                  <a:srgbClr val="0A0E1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A0E1C"/>
                </a:solidFill>
                <a:latin typeface="Calibri"/>
                <a:cs typeface="Calibri"/>
              </a:rPr>
              <a:t>attacks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122978" y="6342024"/>
            <a:ext cx="39477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Now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catches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XSS,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SQL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injection,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and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other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minority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classes.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Accuracy</a:t>
            </a:r>
            <a:r>
              <a:rPr spc="-6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not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whole</a:t>
            </a:r>
            <a:r>
              <a:rPr spc="-60" dirty="0"/>
              <a:t> </a:t>
            </a:r>
            <a:r>
              <a:rPr spc="-10" dirty="0"/>
              <a:t>story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9403" y="1532508"/>
            <a:ext cx="10422255" cy="3747135"/>
            <a:chOff x="869403" y="1532508"/>
            <a:chExt cx="10422255" cy="3747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403" y="1532508"/>
              <a:ext cx="10422001" cy="3746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044" y="1554124"/>
              <a:ext cx="10332720" cy="3657600"/>
            </a:xfrm>
            <a:custGeom>
              <a:avLst/>
              <a:gdLst/>
              <a:ahLst/>
              <a:cxnLst/>
              <a:rect l="l" t="t" r="r" b="b"/>
              <a:pathLst>
                <a:path w="10332720" h="3657600">
                  <a:moveTo>
                    <a:pt x="10149840" y="0"/>
                  </a:moveTo>
                  <a:lnTo>
                    <a:pt x="182880" y="0"/>
                  </a:lnTo>
                  <a:lnTo>
                    <a:pt x="158971" y="1546"/>
                  </a:lnTo>
                  <a:lnTo>
                    <a:pt x="112912" y="13817"/>
                  </a:lnTo>
                  <a:lnTo>
                    <a:pt x="71559" y="37874"/>
                  </a:lnTo>
                  <a:lnTo>
                    <a:pt x="37874" y="71559"/>
                  </a:lnTo>
                  <a:lnTo>
                    <a:pt x="13817" y="112912"/>
                  </a:lnTo>
                  <a:lnTo>
                    <a:pt x="1546" y="158971"/>
                  </a:lnTo>
                  <a:lnTo>
                    <a:pt x="0" y="182879"/>
                  </a:lnTo>
                  <a:lnTo>
                    <a:pt x="0" y="3474720"/>
                  </a:lnTo>
                  <a:lnTo>
                    <a:pt x="6164" y="3522054"/>
                  </a:lnTo>
                  <a:lnTo>
                    <a:pt x="24472" y="3566159"/>
                  </a:lnTo>
                  <a:lnTo>
                    <a:pt x="53636" y="3603956"/>
                  </a:lnTo>
                  <a:lnTo>
                    <a:pt x="91440" y="3633114"/>
                  </a:lnTo>
                  <a:lnTo>
                    <a:pt x="135535" y="3651434"/>
                  </a:lnTo>
                  <a:lnTo>
                    <a:pt x="182880" y="3657600"/>
                  </a:lnTo>
                  <a:lnTo>
                    <a:pt x="10149840" y="3657600"/>
                  </a:lnTo>
                  <a:lnTo>
                    <a:pt x="10197174" y="3651434"/>
                  </a:lnTo>
                  <a:lnTo>
                    <a:pt x="10241280" y="3633114"/>
                  </a:lnTo>
                  <a:lnTo>
                    <a:pt x="10279076" y="3603956"/>
                  </a:lnTo>
                  <a:lnTo>
                    <a:pt x="10308234" y="3566159"/>
                  </a:lnTo>
                  <a:lnTo>
                    <a:pt x="10326554" y="3522054"/>
                  </a:lnTo>
                  <a:lnTo>
                    <a:pt x="10332720" y="3474720"/>
                  </a:lnTo>
                  <a:lnTo>
                    <a:pt x="10332720" y="182879"/>
                  </a:lnTo>
                  <a:lnTo>
                    <a:pt x="10326554" y="135535"/>
                  </a:lnTo>
                  <a:lnTo>
                    <a:pt x="10308234" y="91439"/>
                  </a:lnTo>
                  <a:lnTo>
                    <a:pt x="10279076" y="53636"/>
                  </a:lnTo>
                  <a:lnTo>
                    <a:pt x="10241280" y="24472"/>
                  </a:lnTo>
                  <a:lnTo>
                    <a:pt x="10197174" y="6164"/>
                  </a:lnTo>
                  <a:lnTo>
                    <a:pt x="1014984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044" y="1554124"/>
              <a:ext cx="10332720" cy="3657600"/>
            </a:xfrm>
            <a:custGeom>
              <a:avLst/>
              <a:gdLst/>
              <a:ahLst/>
              <a:cxnLst/>
              <a:rect l="l" t="t" r="r" b="b"/>
              <a:pathLst>
                <a:path w="10332720" h="3657600">
                  <a:moveTo>
                    <a:pt x="0" y="182879"/>
                  </a:moveTo>
                  <a:lnTo>
                    <a:pt x="1546" y="158971"/>
                  </a:lnTo>
                  <a:lnTo>
                    <a:pt x="6164" y="135535"/>
                  </a:lnTo>
                  <a:lnTo>
                    <a:pt x="24472" y="91439"/>
                  </a:lnTo>
                  <a:lnTo>
                    <a:pt x="53636" y="53636"/>
                  </a:lnTo>
                  <a:lnTo>
                    <a:pt x="91440" y="24472"/>
                  </a:lnTo>
                  <a:lnTo>
                    <a:pt x="135535" y="6164"/>
                  </a:lnTo>
                  <a:lnTo>
                    <a:pt x="182880" y="0"/>
                  </a:lnTo>
                  <a:lnTo>
                    <a:pt x="10149840" y="0"/>
                  </a:lnTo>
                  <a:lnTo>
                    <a:pt x="10197174" y="6164"/>
                  </a:lnTo>
                  <a:lnTo>
                    <a:pt x="10241280" y="24472"/>
                  </a:lnTo>
                  <a:lnTo>
                    <a:pt x="10279076" y="53636"/>
                  </a:lnTo>
                  <a:lnTo>
                    <a:pt x="10308234" y="91439"/>
                  </a:lnTo>
                  <a:lnTo>
                    <a:pt x="10326554" y="135535"/>
                  </a:lnTo>
                  <a:lnTo>
                    <a:pt x="10332720" y="182879"/>
                  </a:lnTo>
                  <a:lnTo>
                    <a:pt x="10332720" y="3474720"/>
                  </a:lnTo>
                  <a:lnTo>
                    <a:pt x="10331172" y="3498621"/>
                  </a:lnTo>
                  <a:lnTo>
                    <a:pt x="10326554" y="3522054"/>
                  </a:lnTo>
                  <a:lnTo>
                    <a:pt x="10308234" y="3566159"/>
                  </a:lnTo>
                  <a:lnTo>
                    <a:pt x="10279076" y="3603956"/>
                  </a:lnTo>
                  <a:lnTo>
                    <a:pt x="10241280" y="3633114"/>
                  </a:lnTo>
                  <a:lnTo>
                    <a:pt x="10197174" y="3651434"/>
                  </a:lnTo>
                  <a:lnTo>
                    <a:pt x="10149840" y="3657600"/>
                  </a:lnTo>
                  <a:lnTo>
                    <a:pt x="182880" y="3657600"/>
                  </a:lnTo>
                  <a:lnTo>
                    <a:pt x="135535" y="3651434"/>
                  </a:lnTo>
                  <a:lnTo>
                    <a:pt x="91440" y="3633114"/>
                  </a:lnTo>
                  <a:lnTo>
                    <a:pt x="53636" y="3603956"/>
                  </a:lnTo>
                  <a:lnTo>
                    <a:pt x="24472" y="3566159"/>
                  </a:lnTo>
                  <a:lnTo>
                    <a:pt x="6164" y="3522054"/>
                  </a:lnTo>
                  <a:lnTo>
                    <a:pt x="0" y="3474720"/>
                  </a:lnTo>
                  <a:lnTo>
                    <a:pt x="0" y="18287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67104" y="1770024"/>
            <a:ext cx="3187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Logistic Regression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 Unbalanced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 Balanced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92719" y="2902305"/>
            <a:ext cx="3107055" cy="1734185"/>
            <a:chOff x="1692719" y="2902305"/>
            <a:chExt cx="3107055" cy="173418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2719" y="4547514"/>
              <a:ext cx="3106800" cy="889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37360" y="4572000"/>
              <a:ext cx="3017520" cy="0"/>
            </a:xfrm>
            <a:custGeom>
              <a:avLst/>
              <a:gdLst/>
              <a:ahLst/>
              <a:cxnLst/>
              <a:rect l="l" t="t" r="r" b="b"/>
              <a:pathLst>
                <a:path w="3017520">
                  <a:moveTo>
                    <a:pt x="0" y="0"/>
                  </a:moveTo>
                  <a:lnTo>
                    <a:pt x="3017519" y="0"/>
                  </a:lnTo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8477" y="2902305"/>
              <a:ext cx="993965" cy="17316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28444" y="2919234"/>
              <a:ext cx="914400" cy="1652270"/>
            </a:xfrm>
            <a:custGeom>
              <a:avLst/>
              <a:gdLst/>
              <a:ahLst/>
              <a:cxnLst/>
              <a:rect l="l" t="t" r="r" b="b"/>
              <a:pathLst>
                <a:path w="914400" h="1652270">
                  <a:moveTo>
                    <a:pt x="914031" y="0"/>
                  </a:moveTo>
                  <a:lnTo>
                    <a:pt x="0" y="0"/>
                  </a:lnTo>
                  <a:lnTo>
                    <a:pt x="0" y="1652041"/>
                  </a:lnTo>
                  <a:lnTo>
                    <a:pt x="457200" y="1652041"/>
                  </a:lnTo>
                  <a:lnTo>
                    <a:pt x="914031" y="1652041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5757" y="2970707"/>
              <a:ext cx="993965" cy="16635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25724" y="2987636"/>
              <a:ext cx="914400" cy="1584325"/>
            </a:xfrm>
            <a:custGeom>
              <a:avLst/>
              <a:gdLst/>
              <a:ahLst/>
              <a:cxnLst/>
              <a:rect l="l" t="t" r="r" b="b"/>
              <a:pathLst>
                <a:path w="914400" h="1584325">
                  <a:moveTo>
                    <a:pt x="914031" y="0"/>
                  </a:moveTo>
                  <a:lnTo>
                    <a:pt x="0" y="0"/>
                  </a:lnTo>
                  <a:lnTo>
                    <a:pt x="0" y="1584007"/>
                  </a:lnTo>
                  <a:lnTo>
                    <a:pt x="457200" y="1584007"/>
                  </a:lnTo>
                  <a:lnTo>
                    <a:pt x="914031" y="1584007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47658" y="2586507"/>
            <a:ext cx="2749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DFFF"/>
                </a:solidFill>
                <a:latin typeface="Calibri"/>
                <a:cs typeface="Calibri"/>
              </a:rPr>
              <a:t>75.3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4938" y="2654541"/>
            <a:ext cx="2749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FF6A9D"/>
                </a:solidFill>
                <a:latin typeface="Calibri"/>
                <a:cs typeface="Calibri"/>
              </a:rPr>
              <a:t>72.2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5744" y="4650384"/>
            <a:ext cx="5340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93119" y="3413505"/>
            <a:ext cx="3107055" cy="1223010"/>
            <a:chOff x="4893119" y="3413505"/>
            <a:chExt cx="3107055" cy="122301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93119" y="4547514"/>
              <a:ext cx="3106445" cy="889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937760" y="4572000"/>
              <a:ext cx="3017520" cy="0"/>
            </a:xfrm>
            <a:custGeom>
              <a:avLst/>
              <a:gdLst/>
              <a:ahLst/>
              <a:cxnLst/>
              <a:rect l="l" t="t" r="r" b="b"/>
              <a:pathLst>
                <a:path w="3017520">
                  <a:moveTo>
                    <a:pt x="0" y="0"/>
                  </a:moveTo>
                  <a:lnTo>
                    <a:pt x="3017164" y="0"/>
                  </a:lnTo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88877" y="3413505"/>
              <a:ext cx="993965" cy="12204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28844" y="3430435"/>
              <a:ext cx="914400" cy="1141095"/>
            </a:xfrm>
            <a:custGeom>
              <a:avLst/>
              <a:gdLst/>
              <a:ahLst/>
              <a:cxnLst/>
              <a:rect l="l" t="t" r="r" b="b"/>
              <a:pathLst>
                <a:path w="914400" h="1141095">
                  <a:moveTo>
                    <a:pt x="914031" y="0"/>
                  </a:moveTo>
                  <a:lnTo>
                    <a:pt x="0" y="0"/>
                  </a:lnTo>
                  <a:lnTo>
                    <a:pt x="0" y="1140841"/>
                  </a:lnTo>
                  <a:lnTo>
                    <a:pt x="457200" y="1140841"/>
                  </a:lnTo>
                  <a:lnTo>
                    <a:pt x="914031" y="1140841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86157" y="3457422"/>
              <a:ext cx="993965" cy="117650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26124" y="3474364"/>
              <a:ext cx="914400" cy="1097280"/>
            </a:xfrm>
            <a:custGeom>
              <a:avLst/>
              <a:gdLst/>
              <a:ahLst/>
              <a:cxnLst/>
              <a:rect l="l" t="t" r="r" b="b"/>
              <a:pathLst>
                <a:path w="914400" h="1097279">
                  <a:moveTo>
                    <a:pt x="914031" y="0"/>
                  </a:moveTo>
                  <a:lnTo>
                    <a:pt x="0" y="0"/>
                  </a:lnTo>
                  <a:lnTo>
                    <a:pt x="0" y="1096911"/>
                  </a:lnTo>
                  <a:lnTo>
                    <a:pt x="457199" y="1096911"/>
                  </a:lnTo>
                  <a:lnTo>
                    <a:pt x="914031" y="1096911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402414" y="3097707"/>
            <a:ext cx="167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00DFFF"/>
                </a:solidFill>
                <a:latin typeface="Calibri"/>
                <a:cs typeface="Calibri"/>
              </a:rPr>
              <a:t>52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9694" y="3141624"/>
            <a:ext cx="167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6A9D"/>
                </a:solidFill>
                <a:latin typeface="Calibri"/>
                <a:cs typeface="Calibri"/>
              </a:rPr>
              <a:t>50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16144" y="4650384"/>
            <a:ext cx="8724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1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r>
              <a:rPr sz="11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9CB2CC"/>
                </a:solidFill>
                <a:latin typeface="Calibri"/>
                <a:cs typeface="Calibri"/>
              </a:rPr>
              <a:t>×100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93519" y="2602077"/>
            <a:ext cx="3107055" cy="2034539"/>
            <a:chOff x="8093519" y="2602077"/>
            <a:chExt cx="3107055" cy="2034539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519" y="4547514"/>
              <a:ext cx="3106801" cy="88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138159" y="4572000"/>
              <a:ext cx="3017520" cy="0"/>
            </a:xfrm>
            <a:custGeom>
              <a:avLst/>
              <a:gdLst/>
              <a:ahLst/>
              <a:cxnLst/>
              <a:rect l="l" t="t" r="r" b="b"/>
              <a:pathLst>
                <a:path w="3017520">
                  <a:moveTo>
                    <a:pt x="0" y="0"/>
                  </a:moveTo>
                  <a:lnTo>
                    <a:pt x="3017520" y="0"/>
                  </a:lnTo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9277" y="2602077"/>
              <a:ext cx="993965" cy="203220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229244" y="2618994"/>
              <a:ext cx="914400" cy="1953260"/>
            </a:xfrm>
            <a:custGeom>
              <a:avLst/>
              <a:gdLst/>
              <a:ahLst/>
              <a:cxnLst/>
              <a:rect l="l" t="t" r="r" b="b"/>
              <a:pathLst>
                <a:path w="914400" h="1953260">
                  <a:moveTo>
                    <a:pt x="914031" y="0"/>
                  </a:moveTo>
                  <a:lnTo>
                    <a:pt x="0" y="0"/>
                  </a:lnTo>
                  <a:lnTo>
                    <a:pt x="0" y="1952650"/>
                  </a:lnTo>
                  <a:lnTo>
                    <a:pt x="457200" y="1952650"/>
                  </a:lnTo>
                  <a:lnTo>
                    <a:pt x="914031" y="1952650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86557" y="3677018"/>
              <a:ext cx="993965" cy="95690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26524" y="3693960"/>
              <a:ext cx="914400" cy="877569"/>
            </a:xfrm>
            <a:custGeom>
              <a:avLst/>
              <a:gdLst/>
              <a:ahLst/>
              <a:cxnLst/>
              <a:rect l="l" t="t" r="r" b="b"/>
              <a:pathLst>
                <a:path w="914400" h="877570">
                  <a:moveTo>
                    <a:pt x="914031" y="0"/>
                  </a:moveTo>
                  <a:lnTo>
                    <a:pt x="0" y="0"/>
                  </a:lnTo>
                  <a:lnTo>
                    <a:pt x="0" y="877316"/>
                  </a:lnTo>
                  <a:lnTo>
                    <a:pt x="457200" y="877316"/>
                  </a:lnTo>
                  <a:lnTo>
                    <a:pt x="914031" y="877316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602815" y="2285911"/>
            <a:ext cx="167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00DFFF"/>
                </a:solidFill>
                <a:latin typeface="Calibri"/>
                <a:cs typeface="Calibri"/>
              </a:rPr>
              <a:t>89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00094" y="3361220"/>
            <a:ext cx="167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FF6A9D"/>
                </a:solidFill>
                <a:latin typeface="Calibri"/>
                <a:cs typeface="Calibri"/>
              </a:rPr>
              <a:t>40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16544" y="4650384"/>
            <a:ext cx="753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r>
              <a:rPr sz="11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recall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006765" y="1903310"/>
            <a:ext cx="1771650" cy="243840"/>
            <a:chOff x="8006765" y="1903310"/>
            <a:chExt cx="1771650" cy="243840"/>
          </a:xfrm>
        </p:grpSpPr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06765" y="1903310"/>
              <a:ext cx="308165" cy="2437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46719" y="1920240"/>
              <a:ext cx="228600" cy="164465"/>
            </a:xfrm>
            <a:custGeom>
              <a:avLst/>
              <a:gdLst/>
              <a:ahLst/>
              <a:cxnLst/>
              <a:rect l="l" t="t" r="r" b="b"/>
              <a:pathLst>
                <a:path w="228600" h="164464">
                  <a:moveTo>
                    <a:pt x="228244" y="0"/>
                  </a:moveTo>
                  <a:lnTo>
                    <a:pt x="0" y="0"/>
                  </a:lnTo>
                  <a:lnTo>
                    <a:pt x="0" y="164160"/>
                  </a:lnTo>
                  <a:lnTo>
                    <a:pt x="114122" y="164160"/>
                  </a:lnTo>
                  <a:lnTo>
                    <a:pt x="228244" y="164160"/>
                  </a:lnTo>
                  <a:lnTo>
                    <a:pt x="22824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69805" y="1903310"/>
              <a:ext cx="308165" cy="24372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509759" y="1920240"/>
              <a:ext cx="228600" cy="164465"/>
            </a:xfrm>
            <a:custGeom>
              <a:avLst/>
              <a:gdLst/>
              <a:ahLst/>
              <a:cxnLst/>
              <a:rect l="l" t="t" r="r" b="b"/>
              <a:pathLst>
                <a:path w="228600" h="164464">
                  <a:moveTo>
                    <a:pt x="228244" y="0"/>
                  </a:moveTo>
                  <a:lnTo>
                    <a:pt x="0" y="0"/>
                  </a:lnTo>
                  <a:lnTo>
                    <a:pt x="0" y="164160"/>
                  </a:lnTo>
                  <a:lnTo>
                    <a:pt x="114122" y="164160"/>
                  </a:lnTo>
                  <a:lnTo>
                    <a:pt x="228244" y="164160"/>
                  </a:lnTo>
                  <a:lnTo>
                    <a:pt x="228244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53704" y="1914741"/>
            <a:ext cx="7042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Unbalanced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16744" y="1914741"/>
            <a:ext cx="5435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9CB2CC"/>
                </a:solidFill>
                <a:latin typeface="Calibri"/>
                <a:cs typeface="Calibri"/>
              </a:rPr>
              <a:t>Balanced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323365" y="5506897"/>
            <a:ext cx="9514205" cy="1010285"/>
            <a:chOff x="1323365" y="5506897"/>
            <a:chExt cx="9514205" cy="1010285"/>
          </a:xfrm>
        </p:grpSpPr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3365" y="5506897"/>
              <a:ext cx="9514078" cy="100982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71244" y="5531764"/>
              <a:ext cx="9418320" cy="914400"/>
            </a:xfrm>
            <a:custGeom>
              <a:avLst/>
              <a:gdLst/>
              <a:ahLst/>
              <a:cxnLst/>
              <a:rect l="l" t="t" r="r" b="b"/>
              <a:pathLst>
                <a:path w="9418320" h="914400">
                  <a:moveTo>
                    <a:pt x="9380512" y="0"/>
                  </a:moveTo>
                  <a:lnTo>
                    <a:pt x="37795" y="0"/>
                  </a:lnTo>
                  <a:lnTo>
                    <a:pt x="29870" y="2159"/>
                  </a:lnTo>
                  <a:lnTo>
                    <a:pt x="15836" y="10071"/>
                  </a:lnTo>
                  <a:lnTo>
                    <a:pt x="10071" y="15836"/>
                  </a:lnTo>
                  <a:lnTo>
                    <a:pt x="2159" y="29870"/>
                  </a:lnTo>
                  <a:lnTo>
                    <a:pt x="0" y="37795"/>
                  </a:lnTo>
                  <a:lnTo>
                    <a:pt x="0" y="45719"/>
                  </a:lnTo>
                  <a:lnTo>
                    <a:pt x="0" y="876592"/>
                  </a:lnTo>
                  <a:lnTo>
                    <a:pt x="29870" y="912241"/>
                  </a:lnTo>
                  <a:lnTo>
                    <a:pt x="37795" y="914400"/>
                  </a:lnTo>
                  <a:lnTo>
                    <a:pt x="9380512" y="914400"/>
                  </a:lnTo>
                  <a:lnTo>
                    <a:pt x="9416161" y="884516"/>
                  </a:lnTo>
                  <a:lnTo>
                    <a:pt x="9418320" y="876592"/>
                  </a:lnTo>
                  <a:lnTo>
                    <a:pt x="9418320" y="37795"/>
                  </a:lnTo>
                  <a:lnTo>
                    <a:pt x="9416161" y="29870"/>
                  </a:lnTo>
                  <a:lnTo>
                    <a:pt x="9408236" y="15836"/>
                  </a:lnTo>
                  <a:lnTo>
                    <a:pt x="9402470" y="10071"/>
                  </a:lnTo>
                  <a:lnTo>
                    <a:pt x="9388436" y="2159"/>
                  </a:lnTo>
                  <a:lnTo>
                    <a:pt x="9380512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371244" y="5531764"/>
              <a:ext cx="9418320" cy="914400"/>
            </a:xfrm>
            <a:custGeom>
              <a:avLst/>
              <a:gdLst/>
              <a:ahLst/>
              <a:cxnLst/>
              <a:rect l="l" t="t" r="r" b="b"/>
              <a:pathLst>
                <a:path w="9418320" h="914400">
                  <a:moveTo>
                    <a:pt x="0" y="45719"/>
                  </a:moveTo>
                  <a:lnTo>
                    <a:pt x="0" y="37795"/>
                  </a:lnTo>
                  <a:lnTo>
                    <a:pt x="2159" y="29870"/>
                  </a:lnTo>
                  <a:lnTo>
                    <a:pt x="6121" y="22669"/>
                  </a:lnTo>
                  <a:lnTo>
                    <a:pt x="10071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70" y="2159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9372600" y="0"/>
                  </a:lnTo>
                  <a:lnTo>
                    <a:pt x="9380512" y="0"/>
                  </a:lnTo>
                  <a:lnTo>
                    <a:pt x="9388436" y="2159"/>
                  </a:lnTo>
                  <a:lnTo>
                    <a:pt x="9416161" y="29870"/>
                  </a:lnTo>
                  <a:lnTo>
                    <a:pt x="9418320" y="37795"/>
                  </a:lnTo>
                  <a:lnTo>
                    <a:pt x="9418320" y="45719"/>
                  </a:lnTo>
                  <a:lnTo>
                    <a:pt x="9418320" y="868680"/>
                  </a:lnTo>
                  <a:lnTo>
                    <a:pt x="9418320" y="876592"/>
                  </a:lnTo>
                  <a:lnTo>
                    <a:pt x="9416161" y="884516"/>
                  </a:lnTo>
                  <a:lnTo>
                    <a:pt x="9388436" y="912241"/>
                  </a:lnTo>
                  <a:lnTo>
                    <a:pt x="9380512" y="914400"/>
                  </a:lnTo>
                  <a:lnTo>
                    <a:pt x="9372600" y="914400"/>
                  </a:lnTo>
                  <a:lnTo>
                    <a:pt x="45720" y="914400"/>
                  </a:lnTo>
                  <a:lnTo>
                    <a:pt x="37795" y="914400"/>
                  </a:lnTo>
                  <a:lnTo>
                    <a:pt x="29870" y="912241"/>
                  </a:lnTo>
                  <a:lnTo>
                    <a:pt x="23037" y="908278"/>
                  </a:lnTo>
                  <a:lnTo>
                    <a:pt x="15836" y="904316"/>
                  </a:lnTo>
                  <a:lnTo>
                    <a:pt x="10071" y="898550"/>
                  </a:lnTo>
                  <a:lnTo>
                    <a:pt x="6121" y="891717"/>
                  </a:lnTo>
                  <a:lnTo>
                    <a:pt x="2159" y="884516"/>
                  </a:lnTo>
                  <a:lnTo>
                    <a:pt x="0" y="876592"/>
                  </a:lnTo>
                  <a:lnTo>
                    <a:pt x="0" y="868680"/>
                  </a:lnTo>
                  <a:lnTo>
                    <a:pt x="0" y="45719"/>
                  </a:lnTo>
                  <a:close/>
                </a:path>
              </a:pathLst>
            </a:custGeom>
            <a:ln w="1583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600540" y="5862142"/>
            <a:ext cx="69526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libri"/>
                <a:cs typeface="Calibri"/>
              </a:rPr>
              <a:t>imbalanced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data,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Macro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F1</a:t>
            </a:r>
            <a:r>
              <a:rPr sz="15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metric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5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libri"/>
                <a:cs typeface="Calibri"/>
              </a:rPr>
              <a:t>matters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500" i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hide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FFFFFF"/>
                </a:solidFill>
                <a:latin typeface="Calibri"/>
                <a:cs typeface="Calibri"/>
              </a:rPr>
              <a:t>blind</a:t>
            </a:r>
            <a:r>
              <a:rPr sz="15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FFFFFF"/>
                </a:solidFill>
                <a:latin typeface="Calibri"/>
                <a:cs typeface="Calibri"/>
              </a:rPr>
              <a:t>spots.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linear</a:t>
            </a:r>
            <a:r>
              <a:rPr spc="-50" dirty="0"/>
              <a:t> </a:t>
            </a:r>
            <a:r>
              <a:rPr dirty="0"/>
              <a:t>baseline</a:t>
            </a:r>
            <a:r>
              <a:rPr spc="-45" dirty="0"/>
              <a:t> </a:t>
            </a:r>
            <a:r>
              <a:rPr dirty="0"/>
              <a:t>hit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ceiling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5920" y="433781"/>
            <a:ext cx="1464945" cy="412750"/>
            <a:chOff x="10285920" y="433781"/>
            <a:chExt cx="1464945" cy="412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5920" y="433781"/>
              <a:ext cx="1464475" cy="412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128524" y="0"/>
                  </a:moveTo>
                  <a:lnTo>
                    <a:pt x="79466" y="9869"/>
                  </a:lnTo>
                  <a:lnTo>
                    <a:pt x="37939" y="37571"/>
                  </a:lnTo>
                  <a:lnTo>
                    <a:pt x="10082" y="79149"/>
                  </a:lnTo>
                  <a:lnTo>
                    <a:pt x="368" y="128155"/>
                  </a:lnTo>
                  <a:lnTo>
                    <a:pt x="0" y="192239"/>
                  </a:lnTo>
                  <a:lnTo>
                    <a:pt x="1120" y="208932"/>
                  </a:lnTo>
                  <a:lnTo>
                    <a:pt x="17284" y="256311"/>
                  </a:lnTo>
                  <a:lnTo>
                    <a:pt x="50138" y="293828"/>
                  </a:lnTo>
                  <a:lnTo>
                    <a:pt x="95045" y="316072"/>
                  </a:lnTo>
                  <a:lnTo>
                    <a:pt x="128168" y="320395"/>
                  </a:lnTo>
                  <a:lnTo>
                    <a:pt x="1243799" y="320395"/>
                  </a:lnTo>
                  <a:lnTo>
                    <a:pt x="1259902" y="319314"/>
                  </a:lnTo>
                  <a:lnTo>
                    <a:pt x="1260401" y="319314"/>
                  </a:lnTo>
                  <a:lnTo>
                    <a:pt x="1307884" y="303110"/>
                  </a:lnTo>
                  <a:lnTo>
                    <a:pt x="1345395" y="270258"/>
                  </a:lnTo>
                  <a:lnTo>
                    <a:pt x="1367600" y="225490"/>
                  </a:lnTo>
                  <a:lnTo>
                    <a:pt x="1371968" y="192239"/>
                  </a:lnTo>
                  <a:lnTo>
                    <a:pt x="1371944" y="128155"/>
                  </a:lnTo>
                  <a:lnTo>
                    <a:pt x="1362093" y="79460"/>
                  </a:lnTo>
                  <a:lnTo>
                    <a:pt x="1334389" y="37930"/>
                  </a:lnTo>
                  <a:lnTo>
                    <a:pt x="1292807" y="10080"/>
                  </a:lnTo>
                  <a:lnTo>
                    <a:pt x="1243799" y="355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368" y="128155"/>
                  </a:moveTo>
                  <a:lnTo>
                    <a:pt x="1447" y="111463"/>
                  </a:lnTo>
                  <a:lnTo>
                    <a:pt x="4684" y="95037"/>
                  </a:lnTo>
                  <a:lnTo>
                    <a:pt x="26929" y="50131"/>
                  </a:lnTo>
                  <a:lnTo>
                    <a:pt x="64439" y="17272"/>
                  </a:lnTo>
                  <a:lnTo>
                    <a:pt x="111676" y="1130"/>
                  </a:lnTo>
                  <a:lnTo>
                    <a:pt x="128524" y="0"/>
                  </a:lnTo>
                  <a:lnTo>
                    <a:pt x="1243799" y="355"/>
                  </a:lnTo>
                  <a:lnTo>
                    <a:pt x="1292807" y="10080"/>
                  </a:lnTo>
                  <a:lnTo>
                    <a:pt x="1334389" y="37930"/>
                  </a:lnTo>
                  <a:lnTo>
                    <a:pt x="1362093" y="79460"/>
                  </a:lnTo>
                  <a:lnTo>
                    <a:pt x="1371968" y="128511"/>
                  </a:lnTo>
                  <a:lnTo>
                    <a:pt x="1371968" y="192239"/>
                  </a:lnTo>
                  <a:lnTo>
                    <a:pt x="1370887" y="208932"/>
                  </a:lnTo>
                  <a:lnTo>
                    <a:pt x="1367645" y="225356"/>
                  </a:lnTo>
                  <a:lnTo>
                    <a:pt x="1345395" y="270258"/>
                  </a:lnTo>
                  <a:lnTo>
                    <a:pt x="1307884" y="303110"/>
                  </a:lnTo>
                  <a:lnTo>
                    <a:pt x="1260647" y="319264"/>
                  </a:lnTo>
                  <a:lnTo>
                    <a:pt x="1243799" y="320395"/>
                  </a:lnTo>
                  <a:lnTo>
                    <a:pt x="128168" y="320395"/>
                  </a:lnTo>
                  <a:lnTo>
                    <a:pt x="79160" y="310671"/>
                  </a:lnTo>
                  <a:lnTo>
                    <a:pt x="37579" y="282821"/>
                  </a:lnTo>
                  <a:lnTo>
                    <a:pt x="9874" y="241290"/>
                  </a:lnTo>
                  <a:lnTo>
                    <a:pt x="0" y="192239"/>
                  </a:lnTo>
                  <a:lnTo>
                    <a:pt x="368" y="128155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786579" y="528383"/>
            <a:ext cx="46418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DFFF"/>
                </a:solidFill>
                <a:latin typeface="Calibri"/>
                <a:cs typeface="Calibri"/>
              </a:rPr>
              <a:t>PHASE</a:t>
            </a:r>
            <a:r>
              <a:rPr sz="1000" b="1" spc="-4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00DFFF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5216" y="1404264"/>
            <a:ext cx="40938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Linear</a:t>
            </a:r>
            <a:r>
              <a:rPr sz="1400" i="1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models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can't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capture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what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spc="-20" dirty="0">
                <a:solidFill>
                  <a:srgbClr val="9CB2CC"/>
                </a:solidFill>
                <a:latin typeface="Calibri"/>
                <a:cs typeface="Calibri"/>
              </a:rPr>
              <a:t>attacks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really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9CB2CC"/>
                </a:solidFill>
                <a:latin typeface="Calibri"/>
                <a:cs typeface="Calibri"/>
              </a:rPr>
              <a:t>look</a:t>
            </a:r>
            <a:r>
              <a:rPr sz="14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9CB2CC"/>
                </a:solidFill>
                <a:latin typeface="Calibri"/>
                <a:cs typeface="Calibri"/>
              </a:rPr>
              <a:t>like.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9999" y="1943620"/>
            <a:ext cx="3610610" cy="3930015"/>
            <a:chOff x="449999" y="1943620"/>
            <a:chExt cx="3610610" cy="39300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999" y="1943620"/>
              <a:ext cx="3610076" cy="392977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4639" y="1965236"/>
              <a:ext cx="3521075" cy="3841115"/>
            </a:xfrm>
            <a:custGeom>
              <a:avLst/>
              <a:gdLst/>
              <a:ahLst/>
              <a:cxnLst/>
              <a:rect l="l" t="t" r="r" b="b"/>
              <a:pathLst>
                <a:path w="3521075" h="3841115">
                  <a:moveTo>
                    <a:pt x="211683" y="0"/>
                  </a:moveTo>
                  <a:lnTo>
                    <a:pt x="157005" y="7204"/>
                  </a:lnTo>
                  <a:lnTo>
                    <a:pt x="105841" y="28448"/>
                  </a:lnTo>
                  <a:lnTo>
                    <a:pt x="62188" y="61877"/>
                  </a:lnTo>
                  <a:lnTo>
                    <a:pt x="28803" y="105841"/>
                  </a:lnTo>
                  <a:lnTo>
                    <a:pt x="7559" y="156694"/>
                  </a:lnTo>
                  <a:lnTo>
                    <a:pt x="355" y="211327"/>
                  </a:lnTo>
                  <a:lnTo>
                    <a:pt x="0" y="3629520"/>
                  </a:lnTo>
                  <a:lnTo>
                    <a:pt x="1810" y="3657146"/>
                  </a:lnTo>
                  <a:lnTo>
                    <a:pt x="7197" y="3684198"/>
                  </a:lnTo>
                  <a:lnTo>
                    <a:pt x="16043" y="3710221"/>
                  </a:lnTo>
                  <a:lnTo>
                    <a:pt x="16094" y="3710371"/>
                  </a:lnTo>
                  <a:lnTo>
                    <a:pt x="28435" y="3735362"/>
                  </a:lnTo>
                  <a:lnTo>
                    <a:pt x="43621" y="3758186"/>
                  </a:lnTo>
                  <a:lnTo>
                    <a:pt x="43721" y="3758336"/>
                  </a:lnTo>
                  <a:lnTo>
                    <a:pt x="82661" y="3797126"/>
                  </a:lnTo>
                  <a:lnTo>
                    <a:pt x="130626" y="3824742"/>
                  </a:lnTo>
                  <a:lnTo>
                    <a:pt x="183701" y="3839035"/>
                  </a:lnTo>
                  <a:lnTo>
                    <a:pt x="211315" y="3840848"/>
                  </a:lnTo>
                  <a:lnTo>
                    <a:pt x="3309480" y="3840848"/>
                  </a:lnTo>
                  <a:lnTo>
                    <a:pt x="3364158" y="3833644"/>
                  </a:lnTo>
                  <a:lnTo>
                    <a:pt x="3415322" y="3812400"/>
                  </a:lnTo>
                  <a:lnTo>
                    <a:pt x="3458919" y="3779015"/>
                  </a:lnTo>
                  <a:lnTo>
                    <a:pt x="3492360" y="3735006"/>
                  </a:lnTo>
                  <a:lnTo>
                    <a:pt x="3513582" y="3684198"/>
                  </a:lnTo>
                  <a:lnTo>
                    <a:pt x="3520795" y="3629520"/>
                  </a:lnTo>
                  <a:lnTo>
                    <a:pt x="3520772" y="211327"/>
                  </a:lnTo>
                  <a:lnTo>
                    <a:pt x="3513597" y="157005"/>
                  </a:lnTo>
                  <a:lnTo>
                    <a:pt x="3492360" y="105841"/>
                  </a:lnTo>
                  <a:lnTo>
                    <a:pt x="3458925" y="62193"/>
                  </a:lnTo>
                  <a:lnTo>
                    <a:pt x="3414966" y="28803"/>
                  </a:lnTo>
                  <a:lnTo>
                    <a:pt x="3364114" y="7566"/>
                  </a:lnTo>
                  <a:lnTo>
                    <a:pt x="3309480" y="368"/>
                  </a:lnTo>
                  <a:lnTo>
                    <a:pt x="21168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4639" y="1965236"/>
              <a:ext cx="3521075" cy="3841115"/>
            </a:xfrm>
            <a:custGeom>
              <a:avLst/>
              <a:gdLst/>
              <a:ahLst/>
              <a:cxnLst/>
              <a:rect l="l" t="t" r="r" b="b"/>
              <a:pathLst>
                <a:path w="3521075" h="3841115">
                  <a:moveTo>
                    <a:pt x="355" y="211327"/>
                  </a:moveTo>
                  <a:lnTo>
                    <a:pt x="2168" y="183706"/>
                  </a:lnTo>
                  <a:lnTo>
                    <a:pt x="7559" y="156694"/>
                  </a:lnTo>
                  <a:lnTo>
                    <a:pt x="28803" y="105841"/>
                  </a:lnTo>
                  <a:lnTo>
                    <a:pt x="62188" y="61877"/>
                  </a:lnTo>
                  <a:lnTo>
                    <a:pt x="105841" y="28448"/>
                  </a:lnTo>
                  <a:lnTo>
                    <a:pt x="157005" y="7204"/>
                  </a:lnTo>
                  <a:lnTo>
                    <a:pt x="211683" y="0"/>
                  </a:lnTo>
                  <a:lnTo>
                    <a:pt x="3309480" y="368"/>
                  </a:lnTo>
                  <a:lnTo>
                    <a:pt x="3364114" y="7566"/>
                  </a:lnTo>
                  <a:lnTo>
                    <a:pt x="3414966" y="28803"/>
                  </a:lnTo>
                  <a:lnTo>
                    <a:pt x="3458925" y="62193"/>
                  </a:lnTo>
                  <a:lnTo>
                    <a:pt x="3492360" y="105841"/>
                  </a:lnTo>
                  <a:lnTo>
                    <a:pt x="3513597" y="157005"/>
                  </a:lnTo>
                  <a:lnTo>
                    <a:pt x="3520795" y="211683"/>
                  </a:lnTo>
                  <a:lnTo>
                    <a:pt x="3520795" y="3629520"/>
                  </a:lnTo>
                  <a:lnTo>
                    <a:pt x="3518985" y="3657141"/>
                  </a:lnTo>
                  <a:lnTo>
                    <a:pt x="3513597" y="3684154"/>
                  </a:lnTo>
                  <a:lnTo>
                    <a:pt x="3492360" y="3735006"/>
                  </a:lnTo>
                  <a:lnTo>
                    <a:pt x="3458970" y="3778970"/>
                  </a:lnTo>
                  <a:lnTo>
                    <a:pt x="3415322" y="3812400"/>
                  </a:lnTo>
                  <a:lnTo>
                    <a:pt x="3364158" y="3833644"/>
                  </a:lnTo>
                  <a:lnTo>
                    <a:pt x="3309480" y="3840848"/>
                  </a:lnTo>
                  <a:lnTo>
                    <a:pt x="211315" y="3840848"/>
                  </a:lnTo>
                  <a:lnTo>
                    <a:pt x="156692" y="3833644"/>
                  </a:lnTo>
                  <a:lnTo>
                    <a:pt x="105841" y="3812400"/>
                  </a:lnTo>
                  <a:lnTo>
                    <a:pt x="61875" y="3779015"/>
                  </a:lnTo>
                  <a:lnTo>
                    <a:pt x="28435" y="3735362"/>
                  </a:lnTo>
                  <a:lnTo>
                    <a:pt x="7197" y="3684198"/>
                  </a:lnTo>
                  <a:lnTo>
                    <a:pt x="0" y="3629520"/>
                  </a:lnTo>
                  <a:lnTo>
                    <a:pt x="355" y="211327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6041" y="2445473"/>
              <a:ext cx="1098359" cy="10980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52117" y="2468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920" y="0"/>
                  </a:moveTo>
                  <a:lnTo>
                    <a:pt x="450241" y="2784"/>
                  </a:lnTo>
                  <a:lnTo>
                    <a:pt x="398325" y="11045"/>
                  </a:lnTo>
                  <a:lnTo>
                    <a:pt x="347583" y="24644"/>
                  </a:lnTo>
                  <a:lnTo>
                    <a:pt x="298431" y="43445"/>
                  </a:lnTo>
                  <a:lnTo>
                    <a:pt x="251282" y="67310"/>
                  </a:lnTo>
                  <a:lnTo>
                    <a:pt x="207097" y="96123"/>
                  </a:lnTo>
                  <a:lnTo>
                    <a:pt x="166314" y="129239"/>
                  </a:lnTo>
                  <a:lnTo>
                    <a:pt x="129229" y="166381"/>
                  </a:lnTo>
                  <a:lnTo>
                    <a:pt x="96133" y="207272"/>
                  </a:lnTo>
                  <a:lnTo>
                    <a:pt x="67322" y="251637"/>
                  </a:lnTo>
                  <a:lnTo>
                    <a:pt x="43552" y="298419"/>
                  </a:lnTo>
                  <a:lnTo>
                    <a:pt x="24653" y="347654"/>
                  </a:lnTo>
                  <a:lnTo>
                    <a:pt x="11049" y="398344"/>
                  </a:lnTo>
                  <a:lnTo>
                    <a:pt x="2785" y="450243"/>
                  </a:lnTo>
                  <a:lnTo>
                    <a:pt x="0" y="502919"/>
                  </a:lnTo>
                  <a:lnTo>
                    <a:pt x="2785" y="555598"/>
                  </a:lnTo>
                  <a:lnTo>
                    <a:pt x="11049" y="607514"/>
                  </a:lnTo>
                  <a:lnTo>
                    <a:pt x="24653" y="658256"/>
                  </a:lnTo>
                  <a:lnTo>
                    <a:pt x="43457" y="707408"/>
                  </a:lnTo>
                  <a:lnTo>
                    <a:pt x="67322" y="754557"/>
                  </a:lnTo>
                  <a:lnTo>
                    <a:pt x="96136" y="798742"/>
                  </a:lnTo>
                  <a:lnTo>
                    <a:pt x="129251" y="839525"/>
                  </a:lnTo>
                  <a:lnTo>
                    <a:pt x="166391" y="876610"/>
                  </a:lnTo>
                  <a:lnTo>
                    <a:pt x="207279" y="909706"/>
                  </a:lnTo>
                  <a:lnTo>
                    <a:pt x="251637" y="938517"/>
                  </a:lnTo>
                  <a:lnTo>
                    <a:pt x="298613" y="962382"/>
                  </a:lnTo>
                  <a:lnTo>
                    <a:pt x="347660" y="981186"/>
                  </a:lnTo>
                  <a:lnTo>
                    <a:pt x="398347" y="994790"/>
                  </a:lnTo>
                  <a:lnTo>
                    <a:pt x="450244" y="1003054"/>
                  </a:lnTo>
                  <a:lnTo>
                    <a:pt x="502920" y="1005839"/>
                  </a:lnTo>
                  <a:lnTo>
                    <a:pt x="555599" y="1003054"/>
                  </a:lnTo>
                  <a:lnTo>
                    <a:pt x="607518" y="994790"/>
                  </a:lnTo>
                  <a:lnTo>
                    <a:pt x="658261" y="981186"/>
                  </a:lnTo>
                  <a:lnTo>
                    <a:pt x="707413" y="962382"/>
                  </a:lnTo>
                  <a:lnTo>
                    <a:pt x="754557" y="938517"/>
                  </a:lnTo>
                  <a:lnTo>
                    <a:pt x="798749" y="909706"/>
                  </a:lnTo>
                  <a:lnTo>
                    <a:pt x="839534" y="876610"/>
                  </a:lnTo>
                  <a:lnTo>
                    <a:pt x="876620" y="839525"/>
                  </a:lnTo>
                  <a:lnTo>
                    <a:pt x="909712" y="798742"/>
                  </a:lnTo>
                  <a:lnTo>
                    <a:pt x="938517" y="754557"/>
                  </a:lnTo>
                  <a:lnTo>
                    <a:pt x="962387" y="707408"/>
                  </a:lnTo>
                  <a:lnTo>
                    <a:pt x="981192" y="658256"/>
                  </a:lnTo>
                  <a:lnTo>
                    <a:pt x="994794" y="607514"/>
                  </a:lnTo>
                  <a:lnTo>
                    <a:pt x="1003055" y="555598"/>
                  </a:lnTo>
                  <a:lnTo>
                    <a:pt x="1005840" y="502919"/>
                  </a:lnTo>
                  <a:lnTo>
                    <a:pt x="1003055" y="450243"/>
                  </a:lnTo>
                  <a:lnTo>
                    <a:pt x="994797" y="398344"/>
                  </a:lnTo>
                  <a:lnTo>
                    <a:pt x="981213" y="347654"/>
                  </a:lnTo>
                  <a:lnTo>
                    <a:pt x="962459" y="298608"/>
                  </a:lnTo>
                  <a:lnTo>
                    <a:pt x="938517" y="251269"/>
                  </a:lnTo>
                  <a:lnTo>
                    <a:pt x="909832" y="207272"/>
                  </a:lnTo>
                  <a:lnTo>
                    <a:pt x="876661" y="166381"/>
                  </a:lnTo>
                  <a:lnTo>
                    <a:pt x="839481" y="129239"/>
                  </a:lnTo>
                  <a:lnTo>
                    <a:pt x="798570" y="96123"/>
                  </a:lnTo>
                  <a:lnTo>
                    <a:pt x="754202" y="67310"/>
                  </a:lnTo>
                  <a:lnTo>
                    <a:pt x="707231" y="43445"/>
                  </a:lnTo>
                  <a:lnTo>
                    <a:pt x="658185" y="24644"/>
                  </a:lnTo>
                  <a:lnTo>
                    <a:pt x="607495" y="11045"/>
                  </a:lnTo>
                  <a:lnTo>
                    <a:pt x="555596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52117" y="2468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0" y="502919"/>
                  </a:moveTo>
                  <a:lnTo>
                    <a:pt x="2785" y="450243"/>
                  </a:lnTo>
                  <a:lnTo>
                    <a:pt x="11049" y="398344"/>
                  </a:lnTo>
                  <a:lnTo>
                    <a:pt x="24653" y="347654"/>
                  </a:lnTo>
                  <a:lnTo>
                    <a:pt x="43457" y="298608"/>
                  </a:lnTo>
                  <a:lnTo>
                    <a:pt x="67322" y="251637"/>
                  </a:lnTo>
                  <a:lnTo>
                    <a:pt x="96133" y="207272"/>
                  </a:lnTo>
                  <a:lnTo>
                    <a:pt x="129229" y="166381"/>
                  </a:lnTo>
                  <a:lnTo>
                    <a:pt x="166314" y="129239"/>
                  </a:lnTo>
                  <a:lnTo>
                    <a:pt x="207097" y="96123"/>
                  </a:lnTo>
                  <a:lnTo>
                    <a:pt x="251282" y="67310"/>
                  </a:lnTo>
                  <a:lnTo>
                    <a:pt x="298431" y="43445"/>
                  </a:lnTo>
                  <a:lnTo>
                    <a:pt x="347583" y="24644"/>
                  </a:lnTo>
                  <a:lnTo>
                    <a:pt x="398325" y="11045"/>
                  </a:lnTo>
                  <a:lnTo>
                    <a:pt x="450241" y="2784"/>
                  </a:lnTo>
                  <a:lnTo>
                    <a:pt x="502920" y="0"/>
                  </a:lnTo>
                  <a:lnTo>
                    <a:pt x="555596" y="2784"/>
                  </a:lnTo>
                  <a:lnTo>
                    <a:pt x="607495" y="11045"/>
                  </a:lnTo>
                  <a:lnTo>
                    <a:pt x="658185" y="24644"/>
                  </a:lnTo>
                  <a:lnTo>
                    <a:pt x="707231" y="43445"/>
                  </a:lnTo>
                  <a:lnTo>
                    <a:pt x="754202" y="67310"/>
                  </a:lnTo>
                  <a:lnTo>
                    <a:pt x="798566" y="96121"/>
                  </a:lnTo>
                  <a:lnTo>
                    <a:pt x="839457" y="129216"/>
                  </a:lnTo>
                  <a:lnTo>
                    <a:pt x="876597" y="166302"/>
                  </a:lnTo>
                  <a:lnTo>
                    <a:pt x="909709" y="207084"/>
                  </a:lnTo>
                  <a:lnTo>
                    <a:pt x="938517" y="251269"/>
                  </a:lnTo>
                  <a:lnTo>
                    <a:pt x="962387" y="298419"/>
                  </a:lnTo>
                  <a:lnTo>
                    <a:pt x="981192" y="347575"/>
                  </a:lnTo>
                  <a:lnTo>
                    <a:pt x="994794" y="398320"/>
                  </a:lnTo>
                  <a:lnTo>
                    <a:pt x="1003055" y="450240"/>
                  </a:lnTo>
                  <a:lnTo>
                    <a:pt x="1005840" y="502919"/>
                  </a:lnTo>
                  <a:lnTo>
                    <a:pt x="1003055" y="555598"/>
                  </a:lnTo>
                  <a:lnTo>
                    <a:pt x="994794" y="607514"/>
                  </a:lnTo>
                  <a:lnTo>
                    <a:pt x="981192" y="658256"/>
                  </a:lnTo>
                  <a:lnTo>
                    <a:pt x="962387" y="707408"/>
                  </a:lnTo>
                  <a:lnTo>
                    <a:pt x="938517" y="754557"/>
                  </a:lnTo>
                  <a:lnTo>
                    <a:pt x="909712" y="798742"/>
                  </a:lnTo>
                  <a:lnTo>
                    <a:pt x="876620" y="839525"/>
                  </a:lnTo>
                  <a:lnTo>
                    <a:pt x="839534" y="876610"/>
                  </a:lnTo>
                  <a:lnTo>
                    <a:pt x="798749" y="909706"/>
                  </a:lnTo>
                  <a:lnTo>
                    <a:pt x="754557" y="938517"/>
                  </a:lnTo>
                  <a:lnTo>
                    <a:pt x="707413" y="962382"/>
                  </a:lnTo>
                  <a:lnTo>
                    <a:pt x="658261" y="981186"/>
                  </a:lnTo>
                  <a:lnTo>
                    <a:pt x="607518" y="994790"/>
                  </a:lnTo>
                  <a:lnTo>
                    <a:pt x="555599" y="1003054"/>
                  </a:lnTo>
                  <a:lnTo>
                    <a:pt x="502920" y="1005839"/>
                  </a:lnTo>
                  <a:lnTo>
                    <a:pt x="450244" y="1003054"/>
                  </a:lnTo>
                  <a:lnTo>
                    <a:pt x="398347" y="994790"/>
                  </a:lnTo>
                  <a:lnTo>
                    <a:pt x="347660" y="981186"/>
                  </a:lnTo>
                  <a:lnTo>
                    <a:pt x="298613" y="962382"/>
                  </a:lnTo>
                  <a:lnTo>
                    <a:pt x="251637" y="938517"/>
                  </a:lnTo>
                  <a:lnTo>
                    <a:pt x="207279" y="909706"/>
                  </a:lnTo>
                  <a:lnTo>
                    <a:pt x="166391" y="876610"/>
                  </a:lnTo>
                  <a:lnTo>
                    <a:pt x="129251" y="839525"/>
                  </a:lnTo>
                  <a:lnTo>
                    <a:pt x="96136" y="798742"/>
                  </a:lnTo>
                  <a:lnTo>
                    <a:pt x="67322" y="754557"/>
                  </a:lnTo>
                  <a:lnTo>
                    <a:pt x="43457" y="707408"/>
                  </a:lnTo>
                  <a:lnTo>
                    <a:pt x="24653" y="658256"/>
                  </a:lnTo>
                  <a:lnTo>
                    <a:pt x="11049" y="607514"/>
                  </a:lnTo>
                  <a:lnTo>
                    <a:pt x="2785" y="555598"/>
                  </a:lnTo>
                  <a:lnTo>
                    <a:pt x="0" y="502919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0123" y="2890786"/>
              <a:ext cx="152641" cy="15229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90077" y="2907715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7272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36360" y="72720"/>
                  </a:lnTo>
                  <a:lnTo>
                    <a:pt x="72720" y="727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8723" y="2726270"/>
              <a:ext cx="152641" cy="15228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218677" y="274320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7272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36360" y="72720"/>
                  </a:lnTo>
                  <a:lnTo>
                    <a:pt x="72720" y="727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7323" y="2890786"/>
              <a:ext cx="152641" cy="1522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447277" y="2907715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7272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36360" y="72720"/>
                  </a:lnTo>
                  <a:lnTo>
                    <a:pt x="72720" y="727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0123" y="3018955"/>
              <a:ext cx="152641" cy="15228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990077" y="3035884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7272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36360" y="72720"/>
                  </a:lnTo>
                  <a:lnTo>
                    <a:pt x="72720" y="727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8723" y="3183470"/>
              <a:ext cx="152641" cy="1522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218677" y="320040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7272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36360" y="72720"/>
                  </a:lnTo>
                  <a:lnTo>
                    <a:pt x="72720" y="727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7323" y="3018955"/>
              <a:ext cx="152641" cy="15228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47277" y="3035884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72720" y="0"/>
                  </a:moveTo>
                  <a:lnTo>
                    <a:pt x="0" y="0"/>
                  </a:lnTo>
                  <a:lnTo>
                    <a:pt x="0" y="72720"/>
                  </a:lnTo>
                  <a:lnTo>
                    <a:pt x="36360" y="72720"/>
                  </a:lnTo>
                  <a:lnTo>
                    <a:pt x="72720" y="72720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16062" y="3735984"/>
            <a:ext cx="1876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Non-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linear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patterns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3462" y="4284611"/>
            <a:ext cx="2440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730" marR="5080" indent="-74866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Attacks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have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complex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signatures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across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many</a:t>
            </a:r>
            <a:r>
              <a:rPr sz="12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features.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290479" y="1943620"/>
            <a:ext cx="3610610" cy="3930015"/>
            <a:chOff x="4290479" y="1943620"/>
            <a:chExt cx="3610610" cy="393001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479" y="1943620"/>
              <a:ext cx="3610076" cy="392977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335119" y="1965236"/>
              <a:ext cx="3521075" cy="3841115"/>
            </a:xfrm>
            <a:custGeom>
              <a:avLst/>
              <a:gdLst/>
              <a:ahLst/>
              <a:cxnLst/>
              <a:rect l="l" t="t" r="r" b="b"/>
              <a:pathLst>
                <a:path w="3521075" h="3841115">
                  <a:moveTo>
                    <a:pt x="211683" y="0"/>
                  </a:moveTo>
                  <a:lnTo>
                    <a:pt x="157005" y="7204"/>
                  </a:lnTo>
                  <a:lnTo>
                    <a:pt x="105841" y="28448"/>
                  </a:lnTo>
                  <a:lnTo>
                    <a:pt x="62188" y="61877"/>
                  </a:lnTo>
                  <a:lnTo>
                    <a:pt x="28803" y="105841"/>
                  </a:lnTo>
                  <a:lnTo>
                    <a:pt x="7559" y="156694"/>
                  </a:lnTo>
                  <a:lnTo>
                    <a:pt x="355" y="211327"/>
                  </a:lnTo>
                  <a:lnTo>
                    <a:pt x="0" y="3629520"/>
                  </a:lnTo>
                  <a:lnTo>
                    <a:pt x="1810" y="3657146"/>
                  </a:lnTo>
                  <a:lnTo>
                    <a:pt x="7197" y="3684198"/>
                  </a:lnTo>
                  <a:lnTo>
                    <a:pt x="16043" y="3710221"/>
                  </a:lnTo>
                  <a:lnTo>
                    <a:pt x="16094" y="3710371"/>
                  </a:lnTo>
                  <a:lnTo>
                    <a:pt x="28435" y="3735362"/>
                  </a:lnTo>
                  <a:lnTo>
                    <a:pt x="43621" y="3758186"/>
                  </a:lnTo>
                  <a:lnTo>
                    <a:pt x="43721" y="3758336"/>
                  </a:lnTo>
                  <a:lnTo>
                    <a:pt x="82661" y="3797126"/>
                  </a:lnTo>
                  <a:lnTo>
                    <a:pt x="130626" y="3824742"/>
                  </a:lnTo>
                  <a:lnTo>
                    <a:pt x="183701" y="3839035"/>
                  </a:lnTo>
                  <a:lnTo>
                    <a:pt x="211315" y="3840848"/>
                  </a:lnTo>
                  <a:lnTo>
                    <a:pt x="3309480" y="3840848"/>
                  </a:lnTo>
                  <a:lnTo>
                    <a:pt x="3364158" y="3833644"/>
                  </a:lnTo>
                  <a:lnTo>
                    <a:pt x="3415322" y="3812400"/>
                  </a:lnTo>
                  <a:lnTo>
                    <a:pt x="3458919" y="3779015"/>
                  </a:lnTo>
                  <a:lnTo>
                    <a:pt x="3492360" y="3735006"/>
                  </a:lnTo>
                  <a:lnTo>
                    <a:pt x="3513582" y="3684198"/>
                  </a:lnTo>
                  <a:lnTo>
                    <a:pt x="3520795" y="3629520"/>
                  </a:lnTo>
                  <a:lnTo>
                    <a:pt x="3520772" y="211327"/>
                  </a:lnTo>
                  <a:lnTo>
                    <a:pt x="3513597" y="157005"/>
                  </a:lnTo>
                  <a:lnTo>
                    <a:pt x="3492360" y="105841"/>
                  </a:lnTo>
                  <a:lnTo>
                    <a:pt x="3458925" y="62193"/>
                  </a:lnTo>
                  <a:lnTo>
                    <a:pt x="3414966" y="28803"/>
                  </a:lnTo>
                  <a:lnTo>
                    <a:pt x="3364114" y="7566"/>
                  </a:lnTo>
                  <a:lnTo>
                    <a:pt x="3309480" y="368"/>
                  </a:lnTo>
                  <a:lnTo>
                    <a:pt x="21168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35119" y="1965236"/>
              <a:ext cx="3521075" cy="3841115"/>
            </a:xfrm>
            <a:custGeom>
              <a:avLst/>
              <a:gdLst/>
              <a:ahLst/>
              <a:cxnLst/>
              <a:rect l="l" t="t" r="r" b="b"/>
              <a:pathLst>
                <a:path w="3521075" h="3841115">
                  <a:moveTo>
                    <a:pt x="355" y="211327"/>
                  </a:moveTo>
                  <a:lnTo>
                    <a:pt x="2168" y="183706"/>
                  </a:lnTo>
                  <a:lnTo>
                    <a:pt x="7559" y="156694"/>
                  </a:lnTo>
                  <a:lnTo>
                    <a:pt x="28803" y="105841"/>
                  </a:lnTo>
                  <a:lnTo>
                    <a:pt x="62188" y="61877"/>
                  </a:lnTo>
                  <a:lnTo>
                    <a:pt x="105841" y="28448"/>
                  </a:lnTo>
                  <a:lnTo>
                    <a:pt x="157005" y="7204"/>
                  </a:lnTo>
                  <a:lnTo>
                    <a:pt x="211683" y="0"/>
                  </a:lnTo>
                  <a:lnTo>
                    <a:pt x="3309480" y="368"/>
                  </a:lnTo>
                  <a:lnTo>
                    <a:pt x="3364114" y="7566"/>
                  </a:lnTo>
                  <a:lnTo>
                    <a:pt x="3414966" y="28803"/>
                  </a:lnTo>
                  <a:lnTo>
                    <a:pt x="3458925" y="62193"/>
                  </a:lnTo>
                  <a:lnTo>
                    <a:pt x="3492360" y="105841"/>
                  </a:lnTo>
                  <a:lnTo>
                    <a:pt x="3513597" y="157005"/>
                  </a:lnTo>
                  <a:lnTo>
                    <a:pt x="3520795" y="211683"/>
                  </a:lnTo>
                  <a:lnTo>
                    <a:pt x="3520795" y="3629520"/>
                  </a:lnTo>
                  <a:lnTo>
                    <a:pt x="3518985" y="3657141"/>
                  </a:lnTo>
                  <a:lnTo>
                    <a:pt x="3513597" y="3684154"/>
                  </a:lnTo>
                  <a:lnTo>
                    <a:pt x="3492360" y="3735006"/>
                  </a:lnTo>
                  <a:lnTo>
                    <a:pt x="3458970" y="3778970"/>
                  </a:lnTo>
                  <a:lnTo>
                    <a:pt x="3415322" y="3812400"/>
                  </a:lnTo>
                  <a:lnTo>
                    <a:pt x="3364158" y="3833644"/>
                  </a:lnTo>
                  <a:lnTo>
                    <a:pt x="3309480" y="3840848"/>
                  </a:lnTo>
                  <a:lnTo>
                    <a:pt x="211315" y="3840848"/>
                  </a:lnTo>
                  <a:lnTo>
                    <a:pt x="156692" y="3833644"/>
                  </a:lnTo>
                  <a:lnTo>
                    <a:pt x="105841" y="3812400"/>
                  </a:lnTo>
                  <a:lnTo>
                    <a:pt x="61875" y="3779015"/>
                  </a:lnTo>
                  <a:lnTo>
                    <a:pt x="28435" y="3735362"/>
                  </a:lnTo>
                  <a:lnTo>
                    <a:pt x="7197" y="3684198"/>
                  </a:lnTo>
                  <a:lnTo>
                    <a:pt x="0" y="3629520"/>
                  </a:lnTo>
                  <a:lnTo>
                    <a:pt x="355" y="211327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6521" y="2445473"/>
              <a:ext cx="1098359" cy="109800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592597" y="2468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19" y="0"/>
                  </a:moveTo>
                  <a:lnTo>
                    <a:pt x="450244" y="2784"/>
                  </a:lnTo>
                  <a:lnTo>
                    <a:pt x="398347" y="11045"/>
                  </a:lnTo>
                  <a:lnTo>
                    <a:pt x="347660" y="24644"/>
                  </a:lnTo>
                  <a:lnTo>
                    <a:pt x="298613" y="43445"/>
                  </a:lnTo>
                  <a:lnTo>
                    <a:pt x="251637" y="67310"/>
                  </a:lnTo>
                  <a:lnTo>
                    <a:pt x="207279" y="96123"/>
                  </a:lnTo>
                  <a:lnTo>
                    <a:pt x="166391" y="129239"/>
                  </a:lnTo>
                  <a:lnTo>
                    <a:pt x="129251" y="166381"/>
                  </a:lnTo>
                  <a:lnTo>
                    <a:pt x="96136" y="207272"/>
                  </a:lnTo>
                  <a:lnTo>
                    <a:pt x="67322" y="251637"/>
                  </a:lnTo>
                  <a:lnTo>
                    <a:pt x="43552" y="298419"/>
                  </a:lnTo>
                  <a:lnTo>
                    <a:pt x="24653" y="347654"/>
                  </a:lnTo>
                  <a:lnTo>
                    <a:pt x="11049" y="398344"/>
                  </a:lnTo>
                  <a:lnTo>
                    <a:pt x="2785" y="450243"/>
                  </a:lnTo>
                  <a:lnTo>
                    <a:pt x="0" y="502919"/>
                  </a:lnTo>
                  <a:lnTo>
                    <a:pt x="2785" y="555598"/>
                  </a:lnTo>
                  <a:lnTo>
                    <a:pt x="11049" y="607514"/>
                  </a:lnTo>
                  <a:lnTo>
                    <a:pt x="24653" y="658256"/>
                  </a:lnTo>
                  <a:lnTo>
                    <a:pt x="43457" y="707408"/>
                  </a:lnTo>
                  <a:lnTo>
                    <a:pt x="67322" y="754557"/>
                  </a:lnTo>
                  <a:lnTo>
                    <a:pt x="96136" y="798742"/>
                  </a:lnTo>
                  <a:lnTo>
                    <a:pt x="129251" y="839525"/>
                  </a:lnTo>
                  <a:lnTo>
                    <a:pt x="166391" y="876610"/>
                  </a:lnTo>
                  <a:lnTo>
                    <a:pt x="207279" y="909706"/>
                  </a:lnTo>
                  <a:lnTo>
                    <a:pt x="251637" y="938517"/>
                  </a:lnTo>
                  <a:lnTo>
                    <a:pt x="298613" y="962382"/>
                  </a:lnTo>
                  <a:lnTo>
                    <a:pt x="347660" y="981186"/>
                  </a:lnTo>
                  <a:lnTo>
                    <a:pt x="398347" y="994790"/>
                  </a:lnTo>
                  <a:lnTo>
                    <a:pt x="450244" y="1003054"/>
                  </a:lnTo>
                  <a:lnTo>
                    <a:pt x="502919" y="1005839"/>
                  </a:lnTo>
                  <a:lnTo>
                    <a:pt x="555599" y="1003054"/>
                  </a:lnTo>
                  <a:lnTo>
                    <a:pt x="607518" y="994790"/>
                  </a:lnTo>
                  <a:lnTo>
                    <a:pt x="658261" y="981186"/>
                  </a:lnTo>
                  <a:lnTo>
                    <a:pt x="707413" y="962382"/>
                  </a:lnTo>
                  <a:lnTo>
                    <a:pt x="754557" y="938517"/>
                  </a:lnTo>
                  <a:lnTo>
                    <a:pt x="798749" y="909706"/>
                  </a:lnTo>
                  <a:lnTo>
                    <a:pt x="839534" y="876610"/>
                  </a:lnTo>
                  <a:lnTo>
                    <a:pt x="876620" y="839525"/>
                  </a:lnTo>
                  <a:lnTo>
                    <a:pt x="909712" y="798742"/>
                  </a:lnTo>
                  <a:lnTo>
                    <a:pt x="938517" y="754557"/>
                  </a:lnTo>
                  <a:lnTo>
                    <a:pt x="962387" y="707408"/>
                  </a:lnTo>
                  <a:lnTo>
                    <a:pt x="981192" y="658256"/>
                  </a:lnTo>
                  <a:lnTo>
                    <a:pt x="994794" y="607514"/>
                  </a:lnTo>
                  <a:lnTo>
                    <a:pt x="1003055" y="555598"/>
                  </a:lnTo>
                  <a:lnTo>
                    <a:pt x="1005839" y="502919"/>
                  </a:lnTo>
                  <a:lnTo>
                    <a:pt x="1003055" y="450243"/>
                  </a:lnTo>
                  <a:lnTo>
                    <a:pt x="994797" y="398344"/>
                  </a:lnTo>
                  <a:lnTo>
                    <a:pt x="981213" y="347654"/>
                  </a:lnTo>
                  <a:lnTo>
                    <a:pt x="962459" y="298608"/>
                  </a:lnTo>
                  <a:lnTo>
                    <a:pt x="938517" y="251269"/>
                  </a:lnTo>
                  <a:lnTo>
                    <a:pt x="909835" y="207272"/>
                  </a:lnTo>
                  <a:lnTo>
                    <a:pt x="909712" y="207084"/>
                  </a:lnTo>
                  <a:lnTo>
                    <a:pt x="876684" y="166381"/>
                  </a:lnTo>
                  <a:lnTo>
                    <a:pt x="839557" y="129239"/>
                  </a:lnTo>
                  <a:lnTo>
                    <a:pt x="798752" y="96123"/>
                  </a:lnTo>
                  <a:lnTo>
                    <a:pt x="754557" y="67310"/>
                  </a:lnTo>
                  <a:lnTo>
                    <a:pt x="707413" y="43445"/>
                  </a:lnTo>
                  <a:lnTo>
                    <a:pt x="658261" y="24644"/>
                  </a:lnTo>
                  <a:lnTo>
                    <a:pt x="607518" y="11045"/>
                  </a:lnTo>
                  <a:lnTo>
                    <a:pt x="555599" y="2784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92597" y="2468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0" y="502919"/>
                  </a:moveTo>
                  <a:lnTo>
                    <a:pt x="2785" y="450243"/>
                  </a:lnTo>
                  <a:lnTo>
                    <a:pt x="11049" y="398344"/>
                  </a:lnTo>
                  <a:lnTo>
                    <a:pt x="24653" y="347654"/>
                  </a:lnTo>
                  <a:lnTo>
                    <a:pt x="43457" y="298608"/>
                  </a:lnTo>
                  <a:lnTo>
                    <a:pt x="67322" y="251637"/>
                  </a:lnTo>
                  <a:lnTo>
                    <a:pt x="96136" y="207272"/>
                  </a:lnTo>
                  <a:lnTo>
                    <a:pt x="129251" y="166381"/>
                  </a:lnTo>
                  <a:lnTo>
                    <a:pt x="166391" y="129239"/>
                  </a:lnTo>
                  <a:lnTo>
                    <a:pt x="207279" y="96123"/>
                  </a:lnTo>
                  <a:lnTo>
                    <a:pt x="251637" y="67310"/>
                  </a:lnTo>
                  <a:lnTo>
                    <a:pt x="298613" y="43445"/>
                  </a:lnTo>
                  <a:lnTo>
                    <a:pt x="347660" y="24644"/>
                  </a:lnTo>
                  <a:lnTo>
                    <a:pt x="398347" y="11045"/>
                  </a:lnTo>
                  <a:lnTo>
                    <a:pt x="450244" y="2784"/>
                  </a:lnTo>
                  <a:lnTo>
                    <a:pt x="502919" y="0"/>
                  </a:lnTo>
                  <a:lnTo>
                    <a:pt x="555599" y="2784"/>
                  </a:lnTo>
                  <a:lnTo>
                    <a:pt x="607518" y="11045"/>
                  </a:lnTo>
                  <a:lnTo>
                    <a:pt x="658261" y="24644"/>
                  </a:lnTo>
                  <a:lnTo>
                    <a:pt x="707413" y="43445"/>
                  </a:lnTo>
                  <a:lnTo>
                    <a:pt x="754557" y="67310"/>
                  </a:lnTo>
                  <a:lnTo>
                    <a:pt x="798749" y="96121"/>
                  </a:lnTo>
                  <a:lnTo>
                    <a:pt x="839534" y="129216"/>
                  </a:lnTo>
                  <a:lnTo>
                    <a:pt x="876620" y="166302"/>
                  </a:lnTo>
                  <a:lnTo>
                    <a:pt x="909712" y="207084"/>
                  </a:lnTo>
                  <a:lnTo>
                    <a:pt x="938517" y="251269"/>
                  </a:lnTo>
                  <a:lnTo>
                    <a:pt x="962387" y="298419"/>
                  </a:lnTo>
                  <a:lnTo>
                    <a:pt x="981192" y="347575"/>
                  </a:lnTo>
                  <a:lnTo>
                    <a:pt x="994794" y="398320"/>
                  </a:lnTo>
                  <a:lnTo>
                    <a:pt x="1003055" y="450240"/>
                  </a:lnTo>
                  <a:lnTo>
                    <a:pt x="1005839" y="502919"/>
                  </a:lnTo>
                  <a:lnTo>
                    <a:pt x="1003055" y="555598"/>
                  </a:lnTo>
                  <a:lnTo>
                    <a:pt x="994794" y="607514"/>
                  </a:lnTo>
                  <a:lnTo>
                    <a:pt x="981192" y="658256"/>
                  </a:lnTo>
                  <a:lnTo>
                    <a:pt x="962387" y="707408"/>
                  </a:lnTo>
                  <a:lnTo>
                    <a:pt x="938517" y="754557"/>
                  </a:lnTo>
                  <a:lnTo>
                    <a:pt x="909712" y="798742"/>
                  </a:lnTo>
                  <a:lnTo>
                    <a:pt x="876620" y="839525"/>
                  </a:lnTo>
                  <a:lnTo>
                    <a:pt x="839534" y="876610"/>
                  </a:lnTo>
                  <a:lnTo>
                    <a:pt x="798749" y="909706"/>
                  </a:lnTo>
                  <a:lnTo>
                    <a:pt x="754557" y="938517"/>
                  </a:lnTo>
                  <a:lnTo>
                    <a:pt x="707413" y="962382"/>
                  </a:lnTo>
                  <a:lnTo>
                    <a:pt x="658261" y="981186"/>
                  </a:lnTo>
                  <a:lnTo>
                    <a:pt x="607518" y="994790"/>
                  </a:lnTo>
                  <a:lnTo>
                    <a:pt x="555599" y="1003054"/>
                  </a:lnTo>
                  <a:lnTo>
                    <a:pt x="502919" y="1005839"/>
                  </a:lnTo>
                  <a:lnTo>
                    <a:pt x="450244" y="1003054"/>
                  </a:lnTo>
                  <a:lnTo>
                    <a:pt x="398347" y="994790"/>
                  </a:lnTo>
                  <a:lnTo>
                    <a:pt x="347660" y="981186"/>
                  </a:lnTo>
                  <a:lnTo>
                    <a:pt x="298613" y="962382"/>
                  </a:lnTo>
                  <a:lnTo>
                    <a:pt x="251637" y="938517"/>
                  </a:lnTo>
                  <a:lnTo>
                    <a:pt x="207279" y="909706"/>
                  </a:lnTo>
                  <a:lnTo>
                    <a:pt x="166391" y="876610"/>
                  </a:lnTo>
                  <a:lnTo>
                    <a:pt x="129251" y="839525"/>
                  </a:lnTo>
                  <a:lnTo>
                    <a:pt x="96136" y="798742"/>
                  </a:lnTo>
                  <a:lnTo>
                    <a:pt x="67322" y="754557"/>
                  </a:lnTo>
                  <a:lnTo>
                    <a:pt x="43457" y="707408"/>
                  </a:lnTo>
                  <a:lnTo>
                    <a:pt x="24653" y="658256"/>
                  </a:lnTo>
                  <a:lnTo>
                    <a:pt x="11049" y="607514"/>
                  </a:lnTo>
                  <a:lnTo>
                    <a:pt x="2785" y="555598"/>
                  </a:lnTo>
                  <a:lnTo>
                    <a:pt x="0" y="502919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0158" y="2726270"/>
              <a:ext cx="372605" cy="37224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730125" y="2743200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519" y="0"/>
                  </a:moveTo>
                  <a:lnTo>
                    <a:pt x="108445" y="4859"/>
                  </a:lnTo>
                  <a:lnTo>
                    <a:pt x="73075" y="19443"/>
                  </a:lnTo>
                  <a:lnTo>
                    <a:pt x="42743" y="42749"/>
                  </a:lnTo>
                  <a:lnTo>
                    <a:pt x="19431" y="73075"/>
                  </a:lnTo>
                  <a:lnTo>
                    <a:pt x="4991" y="108405"/>
                  </a:lnTo>
                  <a:lnTo>
                    <a:pt x="0" y="146164"/>
                  </a:lnTo>
                  <a:lnTo>
                    <a:pt x="1264" y="165224"/>
                  </a:lnTo>
                  <a:lnTo>
                    <a:pt x="19431" y="219240"/>
                  </a:lnTo>
                  <a:lnTo>
                    <a:pt x="42743" y="249567"/>
                  </a:lnTo>
                  <a:lnTo>
                    <a:pt x="73075" y="272884"/>
                  </a:lnTo>
                  <a:lnTo>
                    <a:pt x="108445" y="287642"/>
                  </a:lnTo>
                  <a:lnTo>
                    <a:pt x="146519" y="292684"/>
                  </a:lnTo>
                  <a:lnTo>
                    <a:pt x="165578" y="291412"/>
                  </a:lnTo>
                  <a:lnTo>
                    <a:pt x="202351" y="281443"/>
                  </a:lnTo>
                  <a:lnTo>
                    <a:pt x="235567" y="262170"/>
                  </a:lnTo>
                  <a:lnTo>
                    <a:pt x="262526" y="235212"/>
                  </a:lnTo>
                  <a:lnTo>
                    <a:pt x="281591" y="202001"/>
                  </a:lnTo>
                  <a:lnTo>
                    <a:pt x="292671" y="146164"/>
                  </a:lnTo>
                  <a:lnTo>
                    <a:pt x="291407" y="127098"/>
                  </a:lnTo>
                  <a:lnTo>
                    <a:pt x="273240" y="73075"/>
                  </a:lnTo>
                  <a:lnTo>
                    <a:pt x="249923" y="42749"/>
                  </a:lnTo>
                  <a:lnTo>
                    <a:pt x="219595" y="19443"/>
                  </a:lnTo>
                  <a:lnTo>
                    <a:pt x="184267" y="485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8994" y="3137750"/>
              <a:ext cx="372605" cy="3722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168961" y="3154680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>
                  <a:moveTo>
                    <a:pt x="146519" y="0"/>
                  </a:moveTo>
                  <a:lnTo>
                    <a:pt x="108450" y="4859"/>
                  </a:lnTo>
                  <a:lnTo>
                    <a:pt x="73075" y="19443"/>
                  </a:lnTo>
                  <a:lnTo>
                    <a:pt x="42749" y="42749"/>
                  </a:lnTo>
                  <a:lnTo>
                    <a:pt x="19443" y="73075"/>
                  </a:lnTo>
                  <a:lnTo>
                    <a:pt x="4992" y="108405"/>
                  </a:lnTo>
                  <a:lnTo>
                    <a:pt x="0" y="146164"/>
                  </a:lnTo>
                  <a:lnTo>
                    <a:pt x="1264" y="165224"/>
                  </a:lnTo>
                  <a:lnTo>
                    <a:pt x="19443" y="219240"/>
                  </a:lnTo>
                  <a:lnTo>
                    <a:pt x="42749" y="249567"/>
                  </a:lnTo>
                  <a:lnTo>
                    <a:pt x="73075" y="272884"/>
                  </a:lnTo>
                  <a:lnTo>
                    <a:pt x="108450" y="287642"/>
                  </a:lnTo>
                  <a:lnTo>
                    <a:pt x="146519" y="292684"/>
                  </a:lnTo>
                  <a:lnTo>
                    <a:pt x="165580" y="291412"/>
                  </a:lnTo>
                  <a:lnTo>
                    <a:pt x="202357" y="281443"/>
                  </a:lnTo>
                  <a:lnTo>
                    <a:pt x="235573" y="262170"/>
                  </a:lnTo>
                  <a:lnTo>
                    <a:pt x="262527" y="235212"/>
                  </a:lnTo>
                  <a:lnTo>
                    <a:pt x="281593" y="202001"/>
                  </a:lnTo>
                  <a:lnTo>
                    <a:pt x="292684" y="146164"/>
                  </a:lnTo>
                  <a:lnTo>
                    <a:pt x="291417" y="127098"/>
                  </a:lnTo>
                  <a:lnTo>
                    <a:pt x="273240" y="73075"/>
                  </a:lnTo>
                  <a:lnTo>
                    <a:pt x="249928" y="42749"/>
                  </a:lnTo>
                  <a:lnTo>
                    <a:pt x="219595" y="19443"/>
                  </a:lnTo>
                  <a:lnTo>
                    <a:pt x="184272" y="485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6963" y="2851188"/>
              <a:ext cx="537845" cy="5191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876277" y="2880360"/>
              <a:ext cx="439420" cy="421005"/>
            </a:xfrm>
            <a:custGeom>
              <a:avLst/>
              <a:gdLst/>
              <a:ahLst/>
              <a:cxnLst/>
              <a:rect l="l" t="t" r="r" b="b"/>
              <a:pathLst>
                <a:path w="439420" h="421004">
                  <a:moveTo>
                    <a:pt x="0" y="0"/>
                  </a:moveTo>
                  <a:lnTo>
                    <a:pt x="438848" y="420484"/>
                  </a:lnTo>
                </a:path>
              </a:pathLst>
            </a:custGeom>
            <a:ln w="1907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133860" y="3735984"/>
            <a:ext cx="192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1800" b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interactions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741455" y="4284611"/>
            <a:ext cx="2703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6294" marR="5080" indent="-82423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Combinations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matter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—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single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values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rarely separate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classes.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130958" y="1943620"/>
            <a:ext cx="3610610" cy="3930015"/>
            <a:chOff x="8130958" y="1943620"/>
            <a:chExt cx="3610610" cy="3930015"/>
          </a:xfrm>
        </p:grpSpPr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0958" y="1943620"/>
              <a:ext cx="3610076" cy="392977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175599" y="1965236"/>
              <a:ext cx="3521075" cy="3841115"/>
            </a:xfrm>
            <a:custGeom>
              <a:avLst/>
              <a:gdLst/>
              <a:ahLst/>
              <a:cxnLst/>
              <a:rect l="l" t="t" r="r" b="b"/>
              <a:pathLst>
                <a:path w="3521075" h="3841115">
                  <a:moveTo>
                    <a:pt x="211683" y="0"/>
                  </a:moveTo>
                  <a:lnTo>
                    <a:pt x="157005" y="7204"/>
                  </a:lnTo>
                  <a:lnTo>
                    <a:pt x="105841" y="28448"/>
                  </a:lnTo>
                  <a:lnTo>
                    <a:pt x="62188" y="61877"/>
                  </a:lnTo>
                  <a:lnTo>
                    <a:pt x="28803" y="105841"/>
                  </a:lnTo>
                  <a:lnTo>
                    <a:pt x="7559" y="156694"/>
                  </a:lnTo>
                  <a:lnTo>
                    <a:pt x="355" y="211327"/>
                  </a:lnTo>
                  <a:lnTo>
                    <a:pt x="0" y="3629520"/>
                  </a:lnTo>
                  <a:lnTo>
                    <a:pt x="1810" y="3657146"/>
                  </a:lnTo>
                  <a:lnTo>
                    <a:pt x="7197" y="3684198"/>
                  </a:lnTo>
                  <a:lnTo>
                    <a:pt x="16043" y="3710221"/>
                  </a:lnTo>
                  <a:lnTo>
                    <a:pt x="16094" y="3710371"/>
                  </a:lnTo>
                  <a:lnTo>
                    <a:pt x="28435" y="3735362"/>
                  </a:lnTo>
                  <a:lnTo>
                    <a:pt x="43621" y="3758186"/>
                  </a:lnTo>
                  <a:lnTo>
                    <a:pt x="43721" y="3758336"/>
                  </a:lnTo>
                  <a:lnTo>
                    <a:pt x="82661" y="3797126"/>
                  </a:lnTo>
                  <a:lnTo>
                    <a:pt x="130626" y="3824742"/>
                  </a:lnTo>
                  <a:lnTo>
                    <a:pt x="183701" y="3839035"/>
                  </a:lnTo>
                  <a:lnTo>
                    <a:pt x="211315" y="3840848"/>
                  </a:lnTo>
                  <a:lnTo>
                    <a:pt x="3309480" y="3840848"/>
                  </a:lnTo>
                  <a:lnTo>
                    <a:pt x="3364158" y="3833644"/>
                  </a:lnTo>
                  <a:lnTo>
                    <a:pt x="3415322" y="3812400"/>
                  </a:lnTo>
                  <a:lnTo>
                    <a:pt x="3458919" y="3779015"/>
                  </a:lnTo>
                  <a:lnTo>
                    <a:pt x="3492360" y="3735006"/>
                  </a:lnTo>
                  <a:lnTo>
                    <a:pt x="3513582" y="3684198"/>
                  </a:lnTo>
                  <a:lnTo>
                    <a:pt x="3520795" y="3629520"/>
                  </a:lnTo>
                  <a:lnTo>
                    <a:pt x="3520772" y="211327"/>
                  </a:lnTo>
                  <a:lnTo>
                    <a:pt x="3513597" y="157005"/>
                  </a:lnTo>
                  <a:lnTo>
                    <a:pt x="3492360" y="105841"/>
                  </a:lnTo>
                  <a:lnTo>
                    <a:pt x="3458925" y="62193"/>
                  </a:lnTo>
                  <a:lnTo>
                    <a:pt x="3414966" y="28803"/>
                  </a:lnTo>
                  <a:lnTo>
                    <a:pt x="3364114" y="7566"/>
                  </a:lnTo>
                  <a:lnTo>
                    <a:pt x="3309480" y="368"/>
                  </a:lnTo>
                  <a:lnTo>
                    <a:pt x="21168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75599" y="1965236"/>
              <a:ext cx="3521075" cy="3841115"/>
            </a:xfrm>
            <a:custGeom>
              <a:avLst/>
              <a:gdLst/>
              <a:ahLst/>
              <a:cxnLst/>
              <a:rect l="l" t="t" r="r" b="b"/>
              <a:pathLst>
                <a:path w="3521075" h="3841115">
                  <a:moveTo>
                    <a:pt x="355" y="211327"/>
                  </a:moveTo>
                  <a:lnTo>
                    <a:pt x="2168" y="183706"/>
                  </a:lnTo>
                  <a:lnTo>
                    <a:pt x="7559" y="156694"/>
                  </a:lnTo>
                  <a:lnTo>
                    <a:pt x="28803" y="105841"/>
                  </a:lnTo>
                  <a:lnTo>
                    <a:pt x="62188" y="61877"/>
                  </a:lnTo>
                  <a:lnTo>
                    <a:pt x="105841" y="28448"/>
                  </a:lnTo>
                  <a:lnTo>
                    <a:pt x="157005" y="7204"/>
                  </a:lnTo>
                  <a:lnTo>
                    <a:pt x="211683" y="0"/>
                  </a:lnTo>
                  <a:lnTo>
                    <a:pt x="3309480" y="368"/>
                  </a:lnTo>
                  <a:lnTo>
                    <a:pt x="3364114" y="7566"/>
                  </a:lnTo>
                  <a:lnTo>
                    <a:pt x="3414966" y="28803"/>
                  </a:lnTo>
                  <a:lnTo>
                    <a:pt x="3458925" y="62193"/>
                  </a:lnTo>
                  <a:lnTo>
                    <a:pt x="3492360" y="105841"/>
                  </a:lnTo>
                  <a:lnTo>
                    <a:pt x="3513597" y="157005"/>
                  </a:lnTo>
                  <a:lnTo>
                    <a:pt x="3520795" y="211683"/>
                  </a:lnTo>
                  <a:lnTo>
                    <a:pt x="3520795" y="3629520"/>
                  </a:lnTo>
                  <a:lnTo>
                    <a:pt x="3518985" y="3657141"/>
                  </a:lnTo>
                  <a:lnTo>
                    <a:pt x="3513597" y="3684154"/>
                  </a:lnTo>
                  <a:lnTo>
                    <a:pt x="3492360" y="3735006"/>
                  </a:lnTo>
                  <a:lnTo>
                    <a:pt x="3458970" y="3778970"/>
                  </a:lnTo>
                  <a:lnTo>
                    <a:pt x="3415322" y="3812400"/>
                  </a:lnTo>
                  <a:lnTo>
                    <a:pt x="3364158" y="3833644"/>
                  </a:lnTo>
                  <a:lnTo>
                    <a:pt x="3309480" y="3840848"/>
                  </a:lnTo>
                  <a:lnTo>
                    <a:pt x="211315" y="3840848"/>
                  </a:lnTo>
                  <a:lnTo>
                    <a:pt x="156692" y="3833644"/>
                  </a:lnTo>
                  <a:lnTo>
                    <a:pt x="105841" y="3812400"/>
                  </a:lnTo>
                  <a:lnTo>
                    <a:pt x="61875" y="3779015"/>
                  </a:lnTo>
                  <a:lnTo>
                    <a:pt x="28435" y="3735362"/>
                  </a:lnTo>
                  <a:lnTo>
                    <a:pt x="7197" y="3684198"/>
                  </a:lnTo>
                  <a:lnTo>
                    <a:pt x="0" y="3629520"/>
                  </a:lnTo>
                  <a:lnTo>
                    <a:pt x="355" y="211327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87001" y="2445473"/>
              <a:ext cx="1098359" cy="10980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433077" y="2468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0244" y="2784"/>
                  </a:lnTo>
                  <a:lnTo>
                    <a:pt x="398347" y="11045"/>
                  </a:lnTo>
                  <a:lnTo>
                    <a:pt x="347660" y="24644"/>
                  </a:lnTo>
                  <a:lnTo>
                    <a:pt x="298613" y="43445"/>
                  </a:lnTo>
                  <a:lnTo>
                    <a:pt x="251637" y="67310"/>
                  </a:lnTo>
                  <a:lnTo>
                    <a:pt x="207279" y="96123"/>
                  </a:lnTo>
                  <a:lnTo>
                    <a:pt x="166391" y="129239"/>
                  </a:lnTo>
                  <a:lnTo>
                    <a:pt x="129251" y="166381"/>
                  </a:lnTo>
                  <a:lnTo>
                    <a:pt x="96136" y="207272"/>
                  </a:lnTo>
                  <a:lnTo>
                    <a:pt x="67322" y="251637"/>
                  </a:lnTo>
                  <a:lnTo>
                    <a:pt x="43552" y="298419"/>
                  </a:lnTo>
                  <a:lnTo>
                    <a:pt x="24653" y="347654"/>
                  </a:lnTo>
                  <a:lnTo>
                    <a:pt x="11049" y="398344"/>
                  </a:lnTo>
                  <a:lnTo>
                    <a:pt x="2785" y="450243"/>
                  </a:lnTo>
                  <a:lnTo>
                    <a:pt x="0" y="502919"/>
                  </a:lnTo>
                  <a:lnTo>
                    <a:pt x="2785" y="555598"/>
                  </a:lnTo>
                  <a:lnTo>
                    <a:pt x="11049" y="607514"/>
                  </a:lnTo>
                  <a:lnTo>
                    <a:pt x="24653" y="658256"/>
                  </a:lnTo>
                  <a:lnTo>
                    <a:pt x="43457" y="707408"/>
                  </a:lnTo>
                  <a:lnTo>
                    <a:pt x="67322" y="754557"/>
                  </a:lnTo>
                  <a:lnTo>
                    <a:pt x="96136" y="798742"/>
                  </a:lnTo>
                  <a:lnTo>
                    <a:pt x="129251" y="839525"/>
                  </a:lnTo>
                  <a:lnTo>
                    <a:pt x="166391" y="876610"/>
                  </a:lnTo>
                  <a:lnTo>
                    <a:pt x="207279" y="909706"/>
                  </a:lnTo>
                  <a:lnTo>
                    <a:pt x="251637" y="938517"/>
                  </a:lnTo>
                  <a:lnTo>
                    <a:pt x="298613" y="962382"/>
                  </a:lnTo>
                  <a:lnTo>
                    <a:pt x="347660" y="981186"/>
                  </a:lnTo>
                  <a:lnTo>
                    <a:pt x="398347" y="994790"/>
                  </a:lnTo>
                  <a:lnTo>
                    <a:pt x="450244" y="1003054"/>
                  </a:lnTo>
                  <a:lnTo>
                    <a:pt x="502920" y="1005839"/>
                  </a:lnTo>
                  <a:lnTo>
                    <a:pt x="555599" y="1003054"/>
                  </a:lnTo>
                  <a:lnTo>
                    <a:pt x="607518" y="994790"/>
                  </a:lnTo>
                  <a:lnTo>
                    <a:pt x="658261" y="981186"/>
                  </a:lnTo>
                  <a:lnTo>
                    <a:pt x="707413" y="962382"/>
                  </a:lnTo>
                  <a:lnTo>
                    <a:pt x="754557" y="938517"/>
                  </a:lnTo>
                  <a:lnTo>
                    <a:pt x="798749" y="909706"/>
                  </a:lnTo>
                  <a:lnTo>
                    <a:pt x="839534" y="876610"/>
                  </a:lnTo>
                  <a:lnTo>
                    <a:pt x="876620" y="839525"/>
                  </a:lnTo>
                  <a:lnTo>
                    <a:pt x="909712" y="798742"/>
                  </a:lnTo>
                  <a:lnTo>
                    <a:pt x="938517" y="754557"/>
                  </a:lnTo>
                  <a:lnTo>
                    <a:pt x="962387" y="707408"/>
                  </a:lnTo>
                  <a:lnTo>
                    <a:pt x="981192" y="658256"/>
                  </a:lnTo>
                  <a:lnTo>
                    <a:pt x="994794" y="607514"/>
                  </a:lnTo>
                  <a:lnTo>
                    <a:pt x="1003055" y="555598"/>
                  </a:lnTo>
                  <a:lnTo>
                    <a:pt x="1005840" y="502919"/>
                  </a:lnTo>
                  <a:lnTo>
                    <a:pt x="1003055" y="450243"/>
                  </a:lnTo>
                  <a:lnTo>
                    <a:pt x="994797" y="398344"/>
                  </a:lnTo>
                  <a:lnTo>
                    <a:pt x="981213" y="347654"/>
                  </a:lnTo>
                  <a:lnTo>
                    <a:pt x="962459" y="298608"/>
                  </a:lnTo>
                  <a:lnTo>
                    <a:pt x="938517" y="251269"/>
                  </a:lnTo>
                  <a:lnTo>
                    <a:pt x="909835" y="207272"/>
                  </a:lnTo>
                  <a:lnTo>
                    <a:pt x="876684" y="166381"/>
                  </a:lnTo>
                  <a:lnTo>
                    <a:pt x="839557" y="129239"/>
                  </a:lnTo>
                  <a:lnTo>
                    <a:pt x="798752" y="96123"/>
                  </a:lnTo>
                  <a:lnTo>
                    <a:pt x="754557" y="67310"/>
                  </a:lnTo>
                  <a:lnTo>
                    <a:pt x="707413" y="43445"/>
                  </a:lnTo>
                  <a:lnTo>
                    <a:pt x="658261" y="24644"/>
                  </a:lnTo>
                  <a:lnTo>
                    <a:pt x="607518" y="11045"/>
                  </a:lnTo>
                  <a:lnTo>
                    <a:pt x="555599" y="2784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433077" y="2468524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0" y="502919"/>
                  </a:moveTo>
                  <a:lnTo>
                    <a:pt x="2785" y="450243"/>
                  </a:lnTo>
                  <a:lnTo>
                    <a:pt x="11049" y="398344"/>
                  </a:lnTo>
                  <a:lnTo>
                    <a:pt x="24653" y="347654"/>
                  </a:lnTo>
                  <a:lnTo>
                    <a:pt x="43457" y="298608"/>
                  </a:lnTo>
                  <a:lnTo>
                    <a:pt x="67322" y="251637"/>
                  </a:lnTo>
                  <a:lnTo>
                    <a:pt x="96136" y="207272"/>
                  </a:lnTo>
                  <a:lnTo>
                    <a:pt x="129251" y="166381"/>
                  </a:lnTo>
                  <a:lnTo>
                    <a:pt x="166391" y="129239"/>
                  </a:lnTo>
                  <a:lnTo>
                    <a:pt x="207279" y="96123"/>
                  </a:lnTo>
                  <a:lnTo>
                    <a:pt x="251637" y="67310"/>
                  </a:lnTo>
                  <a:lnTo>
                    <a:pt x="298613" y="43445"/>
                  </a:lnTo>
                  <a:lnTo>
                    <a:pt x="347660" y="24644"/>
                  </a:lnTo>
                  <a:lnTo>
                    <a:pt x="398347" y="11045"/>
                  </a:lnTo>
                  <a:lnTo>
                    <a:pt x="450244" y="2784"/>
                  </a:lnTo>
                  <a:lnTo>
                    <a:pt x="502920" y="0"/>
                  </a:lnTo>
                  <a:lnTo>
                    <a:pt x="555599" y="2784"/>
                  </a:lnTo>
                  <a:lnTo>
                    <a:pt x="607518" y="11045"/>
                  </a:lnTo>
                  <a:lnTo>
                    <a:pt x="658261" y="24644"/>
                  </a:lnTo>
                  <a:lnTo>
                    <a:pt x="707413" y="43445"/>
                  </a:lnTo>
                  <a:lnTo>
                    <a:pt x="754557" y="67310"/>
                  </a:lnTo>
                  <a:lnTo>
                    <a:pt x="798749" y="96121"/>
                  </a:lnTo>
                  <a:lnTo>
                    <a:pt x="839534" y="129216"/>
                  </a:lnTo>
                  <a:lnTo>
                    <a:pt x="876620" y="166302"/>
                  </a:lnTo>
                  <a:lnTo>
                    <a:pt x="909712" y="207084"/>
                  </a:lnTo>
                  <a:lnTo>
                    <a:pt x="938517" y="251269"/>
                  </a:lnTo>
                  <a:lnTo>
                    <a:pt x="962387" y="298419"/>
                  </a:lnTo>
                  <a:lnTo>
                    <a:pt x="981192" y="347575"/>
                  </a:lnTo>
                  <a:lnTo>
                    <a:pt x="994794" y="398320"/>
                  </a:lnTo>
                  <a:lnTo>
                    <a:pt x="1003055" y="450240"/>
                  </a:lnTo>
                  <a:lnTo>
                    <a:pt x="1005840" y="502919"/>
                  </a:lnTo>
                  <a:lnTo>
                    <a:pt x="1003055" y="555598"/>
                  </a:lnTo>
                  <a:lnTo>
                    <a:pt x="994794" y="607514"/>
                  </a:lnTo>
                  <a:lnTo>
                    <a:pt x="981192" y="658256"/>
                  </a:lnTo>
                  <a:lnTo>
                    <a:pt x="962387" y="707408"/>
                  </a:lnTo>
                  <a:lnTo>
                    <a:pt x="938517" y="754557"/>
                  </a:lnTo>
                  <a:lnTo>
                    <a:pt x="909712" y="798742"/>
                  </a:lnTo>
                  <a:lnTo>
                    <a:pt x="876620" y="839525"/>
                  </a:lnTo>
                  <a:lnTo>
                    <a:pt x="839534" y="876610"/>
                  </a:lnTo>
                  <a:lnTo>
                    <a:pt x="798749" y="909706"/>
                  </a:lnTo>
                  <a:lnTo>
                    <a:pt x="754557" y="938517"/>
                  </a:lnTo>
                  <a:lnTo>
                    <a:pt x="707413" y="962382"/>
                  </a:lnTo>
                  <a:lnTo>
                    <a:pt x="658261" y="981186"/>
                  </a:lnTo>
                  <a:lnTo>
                    <a:pt x="607518" y="994790"/>
                  </a:lnTo>
                  <a:lnTo>
                    <a:pt x="555599" y="1003054"/>
                  </a:lnTo>
                  <a:lnTo>
                    <a:pt x="502920" y="1005839"/>
                  </a:lnTo>
                  <a:lnTo>
                    <a:pt x="450244" y="1003054"/>
                  </a:lnTo>
                  <a:lnTo>
                    <a:pt x="398347" y="994790"/>
                  </a:lnTo>
                  <a:lnTo>
                    <a:pt x="347660" y="981186"/>
                  </a:lnTo>
                  <a:lnTo>
                    <a:pt x="298613" y="962382"/>
                  </a:lnTo>
                  <a:lnTo>
                    <a:pt x="251637" y="938517"/>
                  </a:lnTo>
                  <a:lnTo>
                    <a:pt x="207279" y="909706"/>
                  </a:lnTo>
                  <a:lnTo>
                    <a:pt x="166391" y="876610"/>
                  </a:lnTo>
                  <a:lnTo>
                    <a:pt x="129251" y="839525"/>
                  </a:lnTo>
                  <a:lnTo>
                    <a:pt x="96136" y="798742"/>
                  </a:lnTo>
                  <a:lnTo>
                    <a:pt x="67322" y="754557"/>
                  </a:lnTo>
                  <a:lnTo>
                    <a:pt x="43457" y="707408"/>
                  </a:lnTo>
                  <a:lnTo>
                    <a:pt x="24653" y="658256"/>
                  </a:lnTo>
                  <a:lnTo>
                    <a:pt x="11049" y="607514"/>
                  </a:lnTo>
                  <a:lnTo>
                    <a:pt x="2785" y="555598"/>
                  </a:lnTo>
                  <a:lnTo>
                    <a:pt x="0" y="502919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84562" y="2725915"/>
              <a:ext cx="902525" cy="20736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524516" y="2742844"/>
              <a:ext cx="822960" cy="128270"/>
            </a:xfrm>
            <a:custGeom>
              <a:avLst/>
              <a:gdLst/>
              <a:ahLst/>
              <a:cxnLst/>
              <a:rect l="l" t="t" r="r" b="b"/>
              <a:pathLst>
                <a:path w="822959" h="128269">
                  <a:moveTo>
                    <a:pt x="822604" y="0"/>
                  </a:moveTo>
                  <a:lnTo>
                    <a:pt x="0" y="0"/>
                  </a:lnTo>
                  <a:lnTo>
                    <a:pt x="0" y="127800"/>
                  </a:lnTo>
                  <a:lnTo>
                    <a:pt x="411479" y="127800"/>
                  </a:lnTo>
                  <a:lnTo>
                    <a:pt x="822604" y="127800"/>
                  </a:lnTo>
                  <a:lnTo>
                    <a:pt x="82260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84562" y="2927146"/>
              <a:ext cx="902525" cy="20737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524516" y="2944075"/>
              <a:ext cx="822960" cy="128270"/>
            </a:xfrm>
            <a:custGeom>
              <a:avLst/>
              <a:gdLst/>
              <a:ahLst/>
              <a:cxnLst/>
              <a:rect l="l" t="t" r="r" b="b"/>
              <a:pathLst>
                <a:path w="822959" h="128269">
                  <a:moveTo>
                    <a:pt x="822604" y="0"/>
                  </a:moveTo>
                  <a:lnTo>
                    <a:pt x="0" y="0"/>
                  </a:lnTo>
                  <a:lnTo>
                    <a:pt x="0" y="127800"/>
                  </a:lnTo>
                  <a:lnTo>
                    <a:pt x="411479" y="127800"/>
                  </a:lnTo>
                  <a:lnTo>
                    <a:pt x="822604" y="127800"/>
                  </a:lnTo>
                  <a:lnTo>
                    <a:pt x="82260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84562" y="3128391"/>
              <a:ext cx="902525" cy="20736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9524516" y="3145320"/>
              <a:ext cx="822960" cy="128270"/>
            </a:xfrm>
            <a:custGeom>
              <a:avLst/>
              <a:gdLst/>
              <a:ahLst/>
              <a:cxnLst/>
              <a:rect l="l" t="t" r="r" b="b"/>
              <a:pathLst>
                <a:path w="822959" h="128270">
                  <a:moveTo>
                    <a:pt x="822604" y="0"/>
                  </a:moveTo>
                  <a:lnTo>
                    <a:pt x="0" y="0"/>
                  </a:lnTo>
                  <a:lnTo>
                    <a:pt x="0" y="127800"/>
                  </a:lnTo>
                  <a:lnTo>
                    <a:pt x="411479" y="127800"/>
                  </a:lnTo>
                  <a:lnTo>
                    <a:pt x="822604" y="127800"/>
                  </a:lnTo>
                  <a:lnTo>
                    <a:pt x="822604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9114383" y="3735984"/>
            <a:ext cx="1642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Hidden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hierarchy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45664" y="4284611"/>
            <a:ext cx="257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 marR="5080" indent="-104838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34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classes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share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family-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level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traits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we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can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exploit.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473257" y="6296304"/>
            <a:ext cx="3239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00DFFF"/>
                </a:solidFill>
                <a:latin typeface="Calibri"/>
                <a:cs typeface="Calibri"/>
              </a:rPr>
              <a:t>Time</a:t>
            </a:r>
            <a:r>
              <a:rPr sz="1400" i="1" spc="-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00DFFF"/>
                </a:solidFill>
                <a:latin typeface="Calibri"/>
                <a:cs typeface="Calibri"/>
              </a:rPr>
              <a:t>for</a:t>
            </a:r>
            <a:r>
              <a:rPr sz="1400" i="1" spc="-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00DFFF"/>
                </a:solidFill>
                <a:latin typeface="Calibri"/>
                <a:cs typeface="Calibri"/>
              </a:rPr>
              <a:t>tree-</a:t>
            </a:r>
            <a:r>
              <a:rPr sz="1400" i="1" dirty="0">
                <a:solidFill>
                  <a:srgbClr val="00DFFF"/>
                </a:solidFill>
                <a:latin typeface="Calibri"/>
                <a:cs typeface="Calibri"/>
              </a:rPr>
              <a:t>based</a:t>
            </a:r>
            <a:r>
              <a:rPr sz="1400" i="1" spc="-1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00DFFF"/>
                </a:solidFill>
                <a:latin typeface="Calibri"/>
                <a:cs typeface="Calibri"/>
              </a:rPr>
              <a:t>and</a:t>
            </a:r>
            <a:r>
              <a:rPr sz="1400" i="1" spc="-10" dirty="0">
                <a:solidFill>
                  <a:srgbClr val="00DFFF"/>
                </a:solidFill>
                <a:latin typeface="Calibri"/>
                <a:cs typeface="Calibri"/>
              </a:rPr>
              <a:t> hierarchical</a:t>
            </a:r>
            <a:r>
              <a:rPr sz="1400" i="1" spc="-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00DFFF"/>
                </a:solidFill>
                <a:latin typeface="Calibri"/>
                <a:cs typeface="Calibri"/>
              </a:rPr>
              <a:t>models.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-70" dirty="0"/>
              <a:t> </a:t>
            </a:r>
            <a:r>
              <a:rPr dirty="0"/>
              <a:t>Forest</a:t>
            </a:r>
            <a:r>
              <a:rPr spc="-7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solid</a:t>
            </a:r>
            <a:r>
              <a:rPr spc="-70" dirty="0"/>
              <a:t> </a:t>
            </a:r>
            <a:r>
              <a:rPr dirty="0"/>
              <a:t>step</a:t>
            </a:r>
            <a:r>
              <a:rPr spc="-65" dirty="0"/>
              <a:t> </a:t>
            </a:r>
            <a:r>
              <a:rPr spc="-25" dirty="0"/>
              <a:t>up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623949"/>
            <a:ext cx="5941695" cy="4295775"/>
            <a:chOff x="595083" y="1623949"/>
            <a:chExt cx="5941695" cy="4295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623949"/>
              <a:ext cx="5941441" cy="42951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645564"/>
              <a:ext cx="5852160" cy="4206240"/>
            </a:xfrm>
            <a:custGeom>
              <a:avLst/>
              <a:gdLst/>
              <a:ahLst/>
              <a:cxnLst/>
              <a:rect l="l" t="t" r="r" b="b"/>
              <a:pathLst>
                <a:path w="5852160" h="4206240">
                  <a:moveTo>
                    <a:pt x="5641555" y="0"/>
                  </a:moveTo>
                  <a:lnTo>
                    <a:pt x="210235" y="0"/>
                  </a:lnTo>
                  <a:lnTo>
                    <a:pt x="182827" y="1804"/>
                  </a:lnTo>
                  <a:lnTo>
                    <a:pt x="129897" y="15944"/>
                  </a:lnTo>
                  <a:lnTo>
                    <a:pt x="82195" y="43353"/>
                  </a:lnTo>
                  <a:lnTo>
                    <a:pt x="43473" y="82195"/>
                  </a:lnTo>
                  <a:lnTo>
                    <a:pt x="15927" y="129897"/>
                  </a:lnTo>
                  <a:lnTo>
                    <a:pt x="1804" y="182672"/>
                  </a:lnTo>
                  <a:lnTo>
                    <a:pt x="0" y="210235"/>
                  </a:lnTo>
                  <a:lnTo>
                    <a:pt x="0" y="3995991"/>
                  </a:lnTo>
                  <a:lnTo>
                    <a:pt x="7108" y="4050085"/>
                  </a:lnTo>
                  <a:lnTo>
                    <a:pt x="28079" y="4101109"/>
                  </a:lnTo>
                  <a:lnTo>
                    <a:pt x="61464" y="4144630"/>
                  </a:lnTo>
                  <a:lnTo>
                    <a:pt x="105117" y="4178160"/>
                  </a:lnTo>
                  <a:lnTo>
                    <a:pt x="155786" y="4199081"/>
                  </a:lnTo>
                  <a:lnTo>
                    <a:pt x="210235" y="4206240"/>
                  </a:lnTo>
                  <a:lnTo>
                    <a:pt x="5641911" y="4205871"/>
                  </a:lnTo>
                  <a:lnTo>
                    <a:pt x="5696232" y="4198718"/>
                  </a:lnTo>
                  <a:lnTo>
                    <a:pt x="5747029" y="4177791"/>
                  </a:lnTo>
                  <a:lnTo>
                    <a:pt x="5790550" y="4144406"/>
                  </a:lnTo>
                  <a:lnTo>
                    <a:pt x="5824080" y="4100753"/>
                  </a:lnTo>
                  <a:lnTo>
                    <a:pt x="5844925" y="4050312"/>
                  </a:lnTo>
                  <a:lnTo>
                    <a:pt x="5845001" y="4050085"/>
                  </a:lnTo>
                  <a:lnTo>
                    <a:pt x="5850311" y="4023406"/>
                  </a:lnTo>
                  <a:lnTo>
                    <a:pt x="5850353" y="4023199"/>
                  </a:lnTo>
                  <a:lnTo>
                    <a:pt x="5852136" y="3995991"/>
                  </a:lnTo>
                  <a:lnTo>
                    <a:pt x="5852160" y="3995635"/>
                  </a:lnTo>
                  <a:lnTo>
                    <a:pt x="5851791" y="210235"/>
                  </a:lnTo>
                  <a:lnTo>
                    <a:pt x="5844638" y="155924"/>
                  </a:lnTo>
                  <a:lnTo>
                    <a:pt x="5823712" y="105117"/>
                  </a:lnTo>
                  <a:lnTo>
                    <a:pt x="5790326" y="61602"/>
                  </a:lnTo>
                  <a:lnTo>
                    <a:pt x="5746673" y="28079"/>
                  </a:lnTo>
                  <a:lnTo>
                    <a:pt x="5696005" y="7153"/>
                  </a:lnTo>
                  <a:lnTo>
                    <a:pt x="5669119" y="1804"/>
                  </a:lnTo>
                  <a:lnTo>
                    <a:pt x="5641555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724" y="1645564"/>
              <a:ext cx="5852160" cy="4206240"/>
            </a:xfrm>
            <a:custGeom>
              <a:avLst/>
              <a:gdLst/>
              <a:ahLst/>
              <a:cxnLst/>
              <a:rect l="l" t="t" r="r" b="b"/>
              <a:pathLst>
                <a:path w="5852160" h="4206240">
                  <a:moveTo>
                    <a:pt x="0" y="210235"/>
                  </a:moveTo>
                  <a:lnTo>
                    <a:pt x="1804" y="182672"/>
                  </a:lnTo>
                  <a:lnTo>
                    <a:pt x="7153" y="155786"/>
                  </a:lnTo>
                  <a:lnTo>
                    <a:pt x="28079" y="105117"/>
                  </a:lnTo>
                  <a:lnTo>
                    <a:pt x="61602" y="61464"/>
                  </a:lnTo>
                  <a:lnTo>
                    <a:pt x="105117" y="28079"/>
                  </a:lnTo>
                  <a:lnTo>
                    <a:pt x="155924" y="7153"/>
                  </a:lnTo>
                  <a:lnTo>
                    <a:pt x="210235" y="0"/>
                  </a:lnTo>
                  <a:lnTo>
                    <a:pt x="5641555" y="0"/>
                  </a:lnTo>
                  <a:lnTo>
                    <a:pt x="5696005" y="7153"/>
                  </a:lnTo>
                  <a:lnTo>
                    <a:pt x="5746673" y="28079"/>
                  </a:lnTo>
                  <a:lnTo>
                    <a:pt x="5790326" y="61602"/>
                  </a:lnTo>
                  <a:lnTo>
                    <a:pt x="5823712" y="105117"/>
                  </a:lnTo>
                  <a:lnTo>
                    <a:pt x="5844638" y="155924"/>
                  </a:lnTo>
                  <a:lnTo>
                    <a:pt x="5851791" y="210235"/>
                  </a:lnTo>
                  <a:lnTo>
                    <a:pt x="5852160" y="3995635"/>
                  </a:lnTo>
                  <a:lnTo>
                    <a:pt x="5850353" y="4023199"/>
                  </a:lnTo>
                  <a:lnTo>
                    <a:pt x="5845001" y="4050085"/>
                  </a:lnTo>
                  <a:lnTo>
                    <a:pt x="5824080" y="4100753"/>
                  </a:lnTo>
                  <a:lnTo>
                    <a:pt x="5790550" y="4144406"/>
                  </a:lnTo>
                  <a:lnTo>
                    <a:pt x="5747029" y="4177791"/>
                  </a:lnTo>
                  <a:lnTo>
                    <a:pt x="5696232" y="4198718"/>
                  </a:lnTo>
                  <a:lnTo>
                    <a:pt x="5641911" y="4205871"/>
                  </a:lnTo>
                  <a:lnTo>
                    <a:pt x="210235" y="4206240"/>
                  </a:lnTo>
                  <a:lnTo>
                    <a:pt x="155786" y="4199081"/>
                  </a:lnTo>
                  <a:lnTo>
                    <a:pt x="105117" y="4178160"/>
                  </a:lnTo>
                  <a:lnTo>
                    <a:pt x="61464" y="4144630"/>
                  </a:lnTo>
                  <a:lnTo>
                    <a:pt x="28079" y="4101109"/>
                  </a:lnTo>
                  <a:lnTo>
                    <a:pt x="7153" y="4050312"/>
                  </a:lnTo>
                  <a:lnTo>
                    <a:pt x="0" y="3995991"/>
                  </a:lnTo>
                  <a:lnTo>
                    <a:pt x="0" y="210235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1344" y="1861451"/>
            <a:ext cx="17106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Ensemble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Calibri"/>
                <a:cs typeface="Calibri"/>
              </a:rPr>
              <a:t>trees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31277" y="3548875"/>
            <a:ext cx="5383530" cy="2274570"/>
            <a:chOff x="1331277" y="3548875"/>
            <a:chExt cx="5383530" cy="22745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4405" y="4920462"/>
              <a:ext cx="207721" cy="5364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64360" y="4937404"/>
              <a:ext cx="128270" cy="457200"/>
            </a:xfrm>
            <a:custGeom>
              <a:avLst/>
              <a:gdLst/>
              <a:ahLst/>
              <a:cxnLst/>
              <a:rect l="l" t="t" r="r" b="b"/>
              <a:pathLst>
                <a:path w="128269" h="457200">
                  <a:moveTo>
                    <a:pt x="127800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4084" y="456831"/>
                  </a:lnTo>
                  <a:lnTo>
                    <a:pt x="127800" y="45683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1277" y="4097515"/>
              <a:ext cx="994321" cy="13597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71244" y="4114444"/>
              <a:ext cx="914400" cy="1280160"/>
            </a:xfrm>
            <a:custGeom>
              <a:avLst/>
              <a:gdLst/>
              <a:ahLst/>
              <a:cxnLst/>
              <a:rect l="l" t="t" r="r" b="b"/>
              <a:pathLst>
                <a:path w="914400" h="1280160">
                  <a:moveTo>
                    <a:pt x="457200" y="0"/>
                  </a:moveTo>
                  <a:lnTo>
                    <a:pt x="0" y="1280160"/>
                  </a:lnTo>
                  <a:lnTo>
                    <a:pt x="914400" y="12801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1686" y="4920462"/>
              <a:ext cx="207721" cy="53642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61640" y="4937404"/>
              <a:ext cx="128270" cy="457200"/>
            </a:xfrm>
            <a:custGeom>
              <a:avLst/>
              <a:gdLst/>
              <a:ahLst/>
              <a:cxnLst/>
              <a:rect l="l" t="t" r="r" b="b"/>
              <a:pathLst>
                <a:path w="128269" h="457200">
                  <a:moveTo>
                    <a:pt x="127800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4084" y="456831"/>
                  </a:lnTo>
                  <a:lnTo>
                    <a:pt x="127800" y="45683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7117" y="3731755"/>
              <a:ext cx="1177201" cy="17254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77084" y="3748684"/>
              <a:ext cx="1097280" cy="1645920"/>
            </a:xfrm>
            <a:custGeom>
              <a:avLst/>
              <a:gdLst/>
              <a:ahLst/>
              <a:cxnLst/>
              <a:rect l="l" t="t" r="r" b="b"/>
              <a:pathLst>
                <a:path w="1097279" h="1645920">
                  <a:moveTo>
                    <a:pt x="548640" y="0"/>
                  </a:moveTo>
                  <a:lnTo>
                    <a:pt x="0" y="1645919"/>
                  </a:lnTo>
                  <a:lnTo>
                    <a:pt x="1097280" y="1645919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8966" y="4920462"/>
              <a:ext cx="207721" cy="53642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958920" y="4937404"/>
              <a:ext cx="128270" cy="457200"/>
            </a:xfrm>
            <a:custGeom>
              <a:avLst/>
              <a:gdLst/>
              <a:ahLst/>
              <a:cxnLst/>
              <a:rect l="l" t="t" r="r" b="b"/>
              <a:pathLst>
                <a:path w="128270" h="457200">
                  <a:moveTo>
                    <a:pt x="127800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4084" y="456831"/>
                  </a:lnTo>
                  <a:lnTo>
                    <a:pt x="127800" y="45683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5837" y="3914635"/>
              <a:ext cx="994321" cy="15426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65804" y="3931564"/>
              <a:ext cx="914400" cy="1463040"/>
            </a:xfrm>
            <a:custGeom>
              <a:avLst/>
              <a:gdLst/>
              <a:ahLst/>
              <a:cxnLst/>
              <a:rect l="l" t="t" r="r" b="b"/>
              <a:pathLst>
                <a:path w="914400" h="1463039">
                  <a:moveTo>
                    <a:pt x="457200" y="0"/>
                  </a:moveTo>
                  <a:lnTo>
                    <a:pt x="0" y="1463040"/>
                  </a:lnTo>
                  <a:lnTo>
                    <a:pt x="914400" y="146304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7686" y="4920462"/>
              <a:ext cx="207721" cy="53642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147640" y="4937404"/>
              <a:ext cx="128270" cy="457200"/>
            </a:xfrm>
            <a:custGeom>
              <a:avLst/>
              <a:gdLst/>
              <a:ahLst/>
              <a:cxnLst/>
              <a:rect l="l" t="t" r="r" b="b"/>
              <a:pathLst>
                <a:path w="128270" h="457200">
                  <a:moveTo>
                    <a:pt x="127800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4084" y="456831"/>
                  </a:lnTo>
                  <a:lnTo>
                    <a:pt x="127800" y="45683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23117" y="3548875"/>
              <a:ext cx="1177201" cy="190836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63084" y="3565804"/>
              <a:ext cx="1097280" cy="1828800"/>
            </a:xfrm>
            <a:custGeom>
              <a:avLst/>
              <a:gdLst/>
              <a:ahLst/>
              <a:cxnLst/>
              <a:rect l="l" t="t" r="r" b="b"/>
              <a:pathLst>
                <a:path w="1097279" h="1828800">
                  <a:moveTo>
                    <a:pt x="548639" y="0"/>
                  </a:moveTo>
                  <a:lnTo>
                    <a:pt x="0" y="1828800"/>
                  </a:lnTo>
                  <a:lnTo>
                    <a:pt x="1097279" y="182880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3525" y="4920462"/>
              <a:ext cx="207721" cy="53642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53480" y="4937404"/>
              <a:ext cx="128270" cy="457200"/>
            </a:xfrm>
            <a:custGeom>
              <a:avLst/>
              <a:gdLst/>
              <a:ahLst/>
              <a:cxnLst/>
              <a:rect l="l" t="t" r="r" b="b"/>
              <a:pathLst>
                <a:path w="128270" h="457200">
                  <a:moveTo>
                    <a:pt x="127800" y="0"/>
                  </a:moveTo>
                  <a:lnTo>
                    <a:pt x="0" y="0"/>
                  </a:lnTo>
                  <a:lnTo>
                    <a:pt x="0" y="456831"/>
                  </a:lnTo>
                  <a:lnTo>
                    <a:pt x="64084" y="456831"/>
                  </a:lnTo>
                  <a:lnTo>
                    <a:pt x="127800" y="45683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0397" y="4006075"/>
              <a:ext cx="994321" cy="145116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760364" y="4023004"/>
              <a:ext cx="914400" cy="1371600"/>
            </a:xfrm>
            <a:custGeom>
              <a:avLst/>
              <a:gdLst/>
              <a:ahLst/>
              <a:cxnLst/>
              <a:rect l="l" t="t" r="r" b="b"/>
              <a:pathLst>
                <a:path w="914400" h="1371600">
                  <a:moveTo>
                    <a:pt x="457200" y="0"/>
                  </a:moveTo>
                  <a:lnTo>
                    <a:pt x="0" y="1371600"/>
                  </a:lnTo>
                  <a:lnTo>
                    <a:pt x="914400" y="13716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11437" y="5332310"/>
              <a:ext cx="1908721" cy="4910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651404" y="5349239"/>
              <a:ext cx="1828800" cy="411480"/>
            </a:xfrm>
            <a:custGeom>
              <a:avLst/>
              <a:gdLst/>
              <a:ahLst/>
              <a:cxnLst/>
              <a:rect l="l" t="t" r="r" b="b"/>
              <a:pathLst>
                <a:path w="1828800" h="411479">
                  <a:moveTo>
                    <a:pt x="1663915" y="0"/>
                  </a:moveTo>
                  <a:lnTo>
                    <a:pt x="164515" y="0"/>
                  </a:lnTo>
                  <a:lnTo>
                    <a:pt x="143032" y="1405"/>
                  </a:lnTo>
                  <a:lnTo>
                    <a:pt x="101690" y="12451"/>
                  </a:lnTo>
                  <a:lnTo>
                    <a:pt x="64375" y="33940"/>
                  </a:lnTo>
                  <a:lnTo>
                    <a:pt x="33940" y="64231"/>
                  </a:lnTo>
                  <a:lnTo>
                    <a:pt x="12451" y="101541"/>
                  </a:lnTo>
                  <a:lnTo>
                    <a:pt x="1405" y="143037"/>
                  </a:lnTo>
                  <a:lnTo>
                    <a:pt x="0" y="164515"/>
                  </a:lnTo>
                  <a:lnTo>
                    <a:pt x="0" y="246964"/>
                  </a:lnTo>
                  <a:lnTo>
                    <a:pt x="1382" y="268084"/>
                  </a:lnTo>
                  <a:lnTo>
                    <a:pt x="1405" y="268442"/>
                  </a:lnTo>
                  <a:lnTo>
                    <a:pt x="5515" y="289167"/>
                  </a:lnTo>
                  <a:lnTo>
                    <a:pt x="5578" y="289485"/>
                  </a:lnTo>
                  <a:lnTo>
                    <a:pt x="12380" y="309576"/>
                  </a:lnTo>
                  <a:lnTo>
                    <a:pt x="12451" y="309788"/>
                  </a:lnTo>
                  <a:lnTo>
                    <a:pt x="33934" y="347098"/>
                  </a:lnTo>
                  <a:lnTo>
                    <a:pt x="64231" y="377539"/>
                  </a:lnTo>
                  <a:lnTo>
                    <a:pt x="101540" y="399028"/>
                  </a:lnTo>
                  <a:lnTo>
                    <a:pt x="143027" y="410074"/>
                  </a:lnTo>
                  <a:lnTo>
                    <a:pt x="164515" y="411480"/>
                  </a:lnTo>
                  <a:lnTo>
                    <a:pt x="1664271" y="411124"/>
                  </a:lnTo>
                  <a:lnTo>
                    <a:pt x="1706797" y="405541"/>
                  </a:lnTo>
                  <a:lnTo>
                    <a:pt x="1746351" y="389166"/>
                  </a:lnTo>
                  <a:lnTo>
                    <a:pt x="1780649" y="363019"/>
                  </a:lnTo>
                  <a:lnTo>
                    <a:pt x="1806841" y="329044"/>
                  </a:lnTo>
                  <a:lnTo>
                    <a:pt x="1823109" y="289485"/>
                  </a:lnTo>
                  <a:lnTo>
                    <a:pt x="1823216" y="289167"/>
                  </a:lnTo>
                  <a:lnTo>
                    <a:pt x="1827321" y="268442"/>
                  </a:lnTo>
                  <a:lnTo>
                    <a:pt x="1827392" y="268084"/>
                  </a:lnTo>
                  <a:lnTo>
                    <a:pt x="1828775" y="246964"/>
                  </a:lnTo>
                  <a:lnTo>
                    <a:pt x="1828431" y="164515"/>
                  </a:lnTo>
                  <a:lnTo>
                    <a:pt x="1822853" y="121994"/>
                  </a:lnTo>
                  <a:lnTo>
                    <a:pt x="1806473" y="82435"/>
                  </a:lnTo>
                  <a:lnTo>
                    <a:pt x="1780327" y="48148"/>
                  </a:lnTo>
                  <a:lnTo>
                    <a:pt x="1746351" y="21958"/>
                  </a:lnTo>
                  <a:lnTo>
                    <a:pt x="1706486" y="5578"/>
                  </a:lnTo>
                  <a:lnTo>
                    <a:pt x="1685404" y="1405"/>
                  </a:lnTo>
                  <a:lnTo>
                    <a:pt x="1663915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127578" y="5451017"/>
            <a:ext cx="875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A0E1C"/>
                </a:solidFill>
                <a:latin typeface="Calibri"/>
                <a:cs typeface="Calibri"/>
              </a:rPr>
              <a:t>majority</a:t>
            </a:r>
            <a:r>
              <a:rPr sz="1200" b="1" spc="-65" dirty="0">
                <a:solidFill>
                  <a:srgbClr val="0A0E1C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A0E1C"/>
                </a:solidFill>
                <a:latin typeface="Calibri"/>
                <a:cs typeface="Calibri"/>
              </a:rPr>
              <a:t>vote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95883" y="1989708"/>
            <a:ext cx="4661535" cy="1918335"/>
            <a:chOff x="6995883" y="1989708"/>
            <a:chExt cx="4661535" cy="1918335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5883" y="1989708"/>
              <a:ext cx="4661281" cy="191772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040524" y="20113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480560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737359"/>
                  </a:lnTo>
                  <a:lnTo>
                    <a:pt x="12230" y="1783079"/>
                  </a:lnTo>
                  <a:lnTo>
                    <a:pt x="45720" y="1816557"/>
                  </a:lnTo>
                  <a:lnTo>
                    <a:pt x="91440" y="1828800"/>
                  </a:lnTo>
                  <a:lnTo>
                    <a:pt x="4480560" y="1828800"/>
                  </a:lnTo>
                  <a:lnTo>
                    <a:pt x="4526280" y="1816557"/>
                  </a:lnTo>
                  <a:lnTo>
                    <a:pt x="4559757" y="1783079"/>
                  </a:lnTo>
                  <a:lnTo>
                    <a:pt x="4572000" y="1737359"/>
                  </a:lnTo>
                  <a:lnTo>
                    <a:pt x="4572000" y="91439"/>
                  </a:lnTo>
                  <a:lnTo>
                    <a:pt x="4559757" y="45719"/>
                  </a:lnTo>
                  <a:lnTo>
                    <a:pt x="4526280" y="12230"/>
                  </a:lnTo>
                  <a:lnTo>
                    <a:pt x="44805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40524" y="20113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40" y="0"/>
                  </a:lnTo>
                  <a:lnTo>
                    <a:pt x="4480560" y="0"/>
                  </a:lnTo>
                  <a:lnTo>
                    <a:pt x="4526280" y="12230"/>
                  </a:lnTo>
                  <a:lnTo>
                    <a:pt x="4559757" y="45719"/>
                  </a:lnTo>
                  <a:lnTo>
                    <a:pt x="4572000" y="91439"/>
                  </a:lnTo>
                  <a:lnTo>
                    <a:pt x="4572000" y="1737359"/>
                  </a:lnTo>
                  <a:lnTo>
                    <a:pt x="4571199" y="1749359"/>
                  </a:lnTo>
                  <a:lnTo>
                    <a:pt x="4568845" y="1761024"/>
                  </a:lnTo>
                  <a:lnTo>
                    <a:pt x="4545309" y="1802109"/>
                  </a:lnTo>
                  <a:lnTo>
                    <a:pt x="4504224" y="1825645"/>
                  </a:lnTo>
                  <a:lnTo>
                    <a:pt x="4480560" y="1828800"/>
                  </a:lnTo>
                  <a:lnTo>
                    <a:pt x="91440" y="1828800"/>
                  </a:lnTo>
                  <a:lnTo>
                    <a:pt x="45720" y="1816557"/>
                  </a:lnTo>
                  <a:lnTo>
                    <a:pt x="12230" y="1783079"/>
                  </a:lnTo>
                  <a:lnTo>
                    <a:pt x="0" y="1737359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545576" y="2227224"/>
            <a:ext cx="1562100" cy="129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b="1" spc="-20" dirty="0">
                <a:solidFill>
                  <a:srgbClr val="00DFFF"/>
                </a:solidFill>
                <a:latin typeface="Calibri"/>
                <a:cs typeface="Calibri"/>
              </a:rPr>
              <a:t>~76%</a:t>
            </a:r>
            <a:endParaRPr sz="5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4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995883" y="4047109"/>
            <a:ext cx="4661535" cy="1918335"/>
            <a:chOff x="6995883" y="4047109"/>
            <a:chExt cx="4661535" cy="1918335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5883" y="4047109"/>
              <a:ext cx="4661281" cy="19177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40524" y="40687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480560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737359"/>
                  </a:lnTo>
                  <a:lnTo>
                    <a:pt x="12230" y="1783079"/>
                  </a:lnTo>
                  <a:lnTo>
                    <a:pt x="45720" y="1816557"/>
                  </a:lnTo>
                  <a:lnTo>
                    <a:pt x="91440" y="1828800"/>
                  </a:lnTo>
                  <a:lnTo>
                    <a:pt x="4480560" y="1828800"/>
                  </a:lnTo>
                  <a:lnTo>
                    <a:pt x="4526280" y="1816557"/>
                  </a:lnTo>
                  <a:lnTo>
                    <a:pt x="4559757" y="1783079"/>
                  </a:lnTo>
                  <a:lnTo>
                    <a:pt x="4572000" y="1737359"/>
                  </a:lnTo>
                  <a:lnTo>
                    <a:pt x="4572000" y="91439"/>
                  </a:lnTo>
                  <a:lnTo>
                    <a:pt x="4559757" y="45719"/>
                  </a:lnTo>
                  <a:lnTo>
                    <a:pt x="4526280" y="12230"/>
                  </a:lnTo>
                  <a:lnTo>
                    <a:pt x="44805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40524" y="40687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40" y="0"/>
                  </a:lnTo>
                  <a:lnTo>
                    <a:pt x="4480560" y="0"/>
                  </a:lnTo>
                  <a:lnTo>
                    <a:pt x="4526280" y="12230"/>
                  </a:lnTo>
                  <a:lnTo>
                    <a:pt x="4559757" y="45719"/>
                  </a:lnTo>
                  <a:lnTo>
                    <a:pt x="4572000" y="91439"/>
                  </a:lnTo>
                  <a:lnTo>
                    <a:pt x="4572000" y="1737359"/>
                  </a:lnTo>
                  <a:lnTo>
                    <a:pt x="4571199" y="1749359"/>
                  </a:lnTo>
                  <a:lnTo>
                    <a:pt x="4568845" y="1761024"/>
                  </a:lnTo>
                  <a:lnTo>
                    <a:pt x="4545309" y="1802109"/>
                  </a:lnTo>
                  <a:lnTo>
                    <a:pt x="4504224" y="1825645"/>
                  </a:lnTo>
                  <a:lnTo>
                    <a:pt x="4480560" y="1828800"/>
                  </a:lnTo>
                  <a:lnTo>
                    <a:pt x="91440" y="1828800"/>
                  </a:lnTo>
                  <a:lnTo>
                    <a:pt x="45720" y="1816557"/>
                  </a:lnTo>
                  <a:lnTo>
                    <a:pt x="12230" y="1783079"/>
                  </a:lnTo>
                  <a:lnTo>
                    <a:pt x="0" y="1737359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701099" y="4284624"/>
            <a:ext cx="1249045" cy="129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b="1" spc="-20" dirty="0">
                <a:solidFill>
                  <a:srgbClr val="FFAF20"/>
                </a:solidFill>
                <a:latin typeface="Calibri"/>
                <a:cs typeface="Calibri"/>
              </a:rPr>
              <a:t>0.55</a:t>
            </a:r>
            <a:endParaRPr sz="5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4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68178" y="6296304"/>
            <a:ext cx="42576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Better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than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baseline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—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still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struggles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with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rarest</a:t>
            </a:r>
            <a:r>
              <a:rPr sz="1300" i="1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subclasses.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XGBoost</a:t>
            </a:r>
            <a:r>
              <a:rPr spc="-75" dirty="0"/>
              <a:t> </a:t>
            </a:r>
            <a:r>
              <a:rPr dirty="0"/>
              <a:t>—</a:t>
            </a:r>
            <a:r>
              <a:rPr spc="-75" dirty="0"/>
              <a:t> </a:t>
            </a:r>
            <a:r>
              <a:rPr dirty="0"/>
              <a:t>best</a:t>
            </a:r>
            <a:r>
              <a:rPr spc="-75" dirty="0"/>
              <a:t> </a:t>
            </a:r>
            <a:r>
              <a:rPr dirty="0"/>
              <a:t>flat</a:t>
            </a:r>
            <a:r>
              <a:rPr spc="-75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623949"/>
            <a:ext cx="5941695" cy="4295775"/>
            <a:chOff x="595083" y="1623949"/>
            <a:chExt cx="5941695" cy="4295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623949"/>
              <a:ext cx="5941441" cy="42951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645564"/>
              <a:ext cx="5852160" cy="4206240"/>
            </a:xfrm>
            <a:custGeom>
              <a:avLst/>
              <a:gdLst/>
              <a:ahLst/>
              <a:cxnLst/>
              <a:rect l="l" t="t" r="r" b="b"/>
              <a:pathLst>
                <a:path w="5852160" h="4206240">
                  <a:moveTo>
                    <a:pt x="5641555" y="0"/>
                  </a:moveTo>
                  <a:lnTo>
                    <a:pt x="210235" y="0"/>
                  </a:lnTo>
                  <a:lnTo>
                    <a:pt x="182827" y="1804"/>
                  </a:lnTo>
                  <a:lnTo>
                    <a:pt x="129897" y="15944"/>
                  </a:lnTo>
                  <a:lnTo>
                    <a:pt x="82195" y="43353"/>
                  </a:lnTo>
                  <a:lnTo>
                    <a:pt x="43473" y="82195"/>
                  </a:lnTo>
                  <a:lnTo>
                    <a:pt x="15927" y="129897"/>
                  </a:lnTo>
                  <a:lnTo>
                    <a:pt x="1804" y="182672"/>
                  </a:lnTo>
                  <a:lnTo>
                    <a:pt x="0" y="210235"/>
                  </a:lnTo>
                  <a:lnTo>
                    <a:pt x="0" y="3995991"/>
                  </a:lnTo>
                  <a:lnTo>
                    <a:pt x="7108" y="4050085"/>
                  </a:lnTo>
                  <a:lnTo>
                    <a:pt x="28079" y="4101109"/>
                  </a:lnTo>
                  <a:lnTo>
                    <a:pt x="61464" y="4144630"/>
                  </a:lnTo>
                  <a:lnTo>
                    <a:pt x="105117" y="4178160"/>
                  </a:lnTo>
                  <a:lnTo>
                    <a:pt x="155786" y="4199081"/>
                  </a:lnTo>
                  <a:lnTo>
                    <a:pt x="210235" y="4206240"/>
                  </a:lnTo>
                  <a:lnTo>
                    <a:pt x="5641911" y="4205871"/>
                  </a:lnTo>
                  <a:lnTo>
                    <a:pt x="5696232" y="4198718"/>
                  </a:lnTo>
                  <a:lnTo>
                    <a:pt x="5747029" y="4177791"/>
                  </a:lnTo>
                  <a:lnTo>
                    <a:pt x="5790550" y="4144406"/>
                  </a:lnTo>
                  <a:lnTo>
                    <a:pt x="5824080" y="4100753"/>
                  </a:lnTo>
                  <a:lnTo>
                    <a:pt x="5844925" y="4050312"/>
                  </a:lnTo>
                  <a:lnTo>
                    <a:pt x="5845001" y="4050085"/>
                  </a:lnTo>
                  <a:lnTo>
                    <a:pt x="5850311" y="4023406"/>
                  </a:lnTo>
                  <a:lnTo>
                    <a:pt x="5850353" y="4023199"/>
                  </a:lnTo>
                  <a:lnTo>
                    <a:pt x="5852136" y="3995991"/>
                  </a:lnTo>
                  <a:lnTo>
                    <a:pt x="5852160" y="3995635"/>
                  </a:lnTo>
                  <a:lnTo>
                    <a:pt x="5851791" y="210235"/>
                  </a:lnTo>
                  <a:lnTo>
                    <a:pt x="5844638" y="155924"/>
                  </a:lnTo>
                  <a:lnTo>
                    <a:pt x="5823712" y="105117"/>
                  </a:lnTo>
                  <a:lnTo>
                    <a:pt x="5790326" y="61602"/>
                  </a:lnTo>
                  <a:lnTo>
                    <a:pt x="5746673" y="28079"/>
                  </a:lnTo>
                  <a:lnTo>
                    <a:pt x="5696005" y="7153"/>
                  </a:lnTo>
                  <a:lnTo>
                    <a:pt x="5669119" y="1804"/>
                  </a:lnTo>
                  <a:lnTo>
                    <a:pt x="5641555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724" y="1645564"/>
              <a:ext cx="5852160" cy="4206240"/>
            </a:xfrm>
            <a:custGeom>
              <a:avLst/>
              <a:gdLst/>
              <a:ahLst/>
              <a:cxnLst/>
              <a:rect l="l" t="t" r="r" b="b"/>
              <a:pathLst>
                <a:path w="5852160" h="4206240">
                  <a:moveTo>
                    <a:pt x="0" y="210235"/>
                  </a:moveTo>
                  <a:lnTo>
                    <a:pt x="1804" y="182672"/>
                  </a:lnTo>
                  <a:lnTo>
                    <a:pt x="7153" y="155786"/>
                  </a:lnTo>
                  <a:lnTo>
                    <a:pt x="28079" y="105117"/>
                  </a:lnTo>
                  <a:lnTo>
                    <a:pt x="61602" y="61464"/>
                  </a:lnTo>
                  <a:lnTo>
                    <a:pt x="105117" y="28079"/>
                  </a:lnTo>
                  <a:lnTo>
                    <a:pt x="155924" y="7153"/>
                  </a:lnTo>
                  <a:lnTo>
                    <a:pt x="210235" y="0"/>
                  </a:lnTo>
                  <a:lnTo>
                    <a:pt x="5641555" y="0"/>
                  </a:lnTo>
                  <a:lnTo>
                    <a:pt x="5696005" y="7153"/>
                  </a:lnTo>
                  <a:lnTo>
                    <a:pt x="5746673" y="28079"/>
                  </a:lnTo>
                  <a:lnTo>
                    <a:pt x="5790326" y="61602"/>
                  </a:lnTo>
                  <a:lnTo>
                    <a:pt x="5823712" y="105117"/>
                  </a:lnTo>
                  <a:lnTo>
                    <a:pt x="5844638" y="155924"/>
                  </a:lnTo>
                  <a:lnTo>
                    <a:pt x="5851791" y="210235"/>
                  </a:lnTo>
                  <a:lnTo>
                    <a:pt x="5852160" y="3995635"/>
                  </a:lnTo>
                  <a:lnTo>
                    <a:pt x="5850353" y="4023199"/>
                  </a:lnTo>
                  <a:lnTo>
                    <a:pt x="5845001" y="4050085"/>
                  </a:lnTo>
                  <a:lnTo>
                    <a:pt x="5824080" y="4100753"/>
                  </a:lnTo>
                  <a:lnTo>
                    <a:pt x="5790550" y="4144406"/>
                  </a:lnTo>
                  <a:lnTo>
                    <a:pt x="5747029" y="4177791"/>
                  </a:lnTo>
                  <a:lnTo>
                    <a:pt x="5696232" y="4198718"/>
                  </a:lnTo>
                  <a:lnTo>
                    <a:pt x="5641911" y="4205871"/>
                  </a:lnTo>
                  <a:lnTo>
                    <a:pt x="210235" y="4206240"/>
                  </a:lnTo>
                  <a:lnTo>
                    <a:pt x="155786" y="4199081"/>
                  </a:lnTo>
                  <a:lnTo>
                    <a:pt x="105117" y="4178160"/>
                  </a:lnTo>
                  <a:lnTo>
                    <a:pt x="61464" y="4144630"/>
                  </a:lnTo>
                  <a:lnTo>
                    <a:pt x="28079" y="4101109"/>
                  </a:lnTo>
                  <a:lnTo>
                    <a:pt x="7153" y="4050312"/>
                  </a:lnTo>
                  <a:lnTo>
                    <a:pt x="0" y="3995991"/>
                  </a:lnTo>
                  <a:lnTo>
                    <a:pt x="0" y="210235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01344" y="1861451"/>
            <a:ext cx="1276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Sequential</a:t>
            </a:r>
            <a:r>
              <a:rPr sz="1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boosting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48397" y="2725915"/>
            <a:ext cx="1085850" cy="1360170"/>
            <a:chOff x="1148397" y="2725915"/>
            <a:chExt cx="1085850" cy="13601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7246" y="3640302"/>
              <a:ext cx="207721" cy="4449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27200" y="3657244"/>
              <a:ext cx="128270" cy="365760"/>
            </a:xfrm>
            <a:custGeom>
              <a:avLst/>
              <a:gdLst/>
              <a:ahLst/>
              <a:cxnLst/>
              <a:rect l="l" t="t" r="r" b="b"/>
              <a:pathLst>
                <a:path w="128269" h="365760">
                  <a:moveTo>
                    <a:pt x="127800" y="0"/>
                  </a:moveTo>
                  <a:lnTo>
                    <a:pt x="0" y="0"/>
                  </a:lnTo>
                  <a:lnTo>
                    <a:pt x="0" y="365391"/>
                  </a:lnTo>
                  <a:lnTo>
                    <a:pt x="64084" y="365391"/>
                  </a:lnTo>
                  <a:lnTo>
                    <a:pt x="127800" y="36539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8397" y="2725915"/>
              <a:ext cx="1085761" cy="13597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88364" y="2742844"/>
              <a:ext cx="1005840" cy="1280160"/>
            </a:xfrm>
            <a:custGeom>
              <a:avLst/>
              <a:gdLst/>
              <a:ahLst/>
              <a:cxnLst/>
              <a:rect l="l" t="t" r="r" b="b"/>
              <a:pathLst>
                <a:path w="1005839" h="1280160">
                  <a:moveTo>
                    <a:pt x="502919" y="0"/>
                  </a:moveTo>
                  <a:lnTo>
                    <a:pt x="0" y="1280160"/>
                  </a:lnTo>
                  <a:lnTo>
                    <a:pt x="1005839" y="1280160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13776" y="4101731"/>
            <a:ext cx="15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t1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31477" y="2451595"/>
            <a:ext cx="1268730" cy="1634489"/>
            <a:chOff x="2931477" y="2451595"/>
            <a:chExt cx="1268730" cy="1634489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1765" y="3640302"/>
              <a:ext cx="207721" cy="4449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501720" y="3657244"/>
              <a:ext cx="128270" cy="365760"/>
            </a:xfrm>
            <a:custGeom>
              <a:avLst/>
              <a:gdLst/>
              <a:ahLst/>
              <a:cxnLst/>
              <a:rect l="l" t="t" r="r" b="b"/>
              <a:pathLst>
                <a:path w="128270" h="365760">
                  <a:moveTo>
                    <a:pt x="127800" y="0"/>
                  </a:moveTo>
                  <a:lnTo>
                    <a:pt x="0" y="0"/>
                  </a:lnTo>
                  <a:lnTo>
                    <a:pt x="0" y="365391"/>
                  </a:lnTo>
                  <a:lnTo>
                    <a:pt x="64084" y="365391"/>
                  </a:lnTo>
                  <a:lnTo>
                    <a:pt x="127800" y="36539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1477" y="2451595"/>
              <a:ext cx="1268641" cy="163404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71444" y="2468524"/>
              <a:ext cx="1188720" cy="1554480"/>
            </a:xfrm>
            <a:custGeom>
              <a:avLst/>
              <a:gdLst/>
              <a:ahLst/>
              <a:cxnLst/>
              <a:rect l="l" t="t" r="r" b="b"/>
              <a:pathLst>
                <a:path w="1188720" h="1554479">
                  <a:moveTo>
                    <a:pt x="594359" y="0"/>
                  </a:moveTo>
                  <a:lnTo>
                    <a:pt x="0" y="1554479"/>
                  </a:lnTo>
                  <a:lnTo>
                    <a:pt x="1188720" y="1554479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488296" y="4101731"/>
            <a:ext cx="15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t2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14557" y="2177275"/>
            <a:ext cx="1451610" cy="1908810"/>
            <a:chOff x="4714557" y="2177275"/>
            <a:chExt cx="1451610" cy="190881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6286" y="3640302"/>
              <a:ext cx="207721" cy="44498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76240" y="3657244"/>
              <a:ext cx="128270" cy="365760"/>
            </a:xfrm>
            <a:custGeom>
              <a:avLst/>
              <a:gdLst/>
              <a:ahLst/>
              <a:cxnLst/>
              <a:rect l="l" t="t" r="r" b="b"/>
              <a:pathLst>
                <a:path w="128270" h="365760">
                  <a:moveTo>
                    <a:pt x="127800" y="0"/>
                  </a:moveTo>
                  <a:lnTo>
                    <a:pt x="0" y="0"/>
                  </a:lnTo>
                  <a:lnTo>
                    <a:pt x="0" y="365391"/>
                  </a:lnTo>
                  <a:lnTo>
                    <a:pt x="64084" y="365391"/>
                  </a:lnTo>
                  <a:lnTo>
                    <a:pt x="127800" y="365391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4557" y="2177275"/>
              <a:ext cx="1451521" cy="190836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754524" y="2194204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685800" y="0"/>
                  </a:moveTo>
                  <a:lnTo>
                    <a:pt x="0" y="1828800"/>
                  </a:lnTo>
                  <a:lnTo>
                    <a:pt x="1371600" y="18288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62816" y="4101731"/>
            <a:ext cx="15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t3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187359" y="3325304"/>
            <a:ext cx="2653030" cy="156845"/>
            <a:chOff x="2187359" y="3325304"/>
            <a:chExt cx="2653030" cy="15684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7359" y="3325304"/>
              <a:ext cx="778675" cy="15626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239924" y="3383279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80">
                  <a:moveTo>
                    <a:pt x="0" y="0"/>
                  </a:moveTo>
                  <a:lnTo>
                    <a:pt x="614514" y="0"/>
                  </a:lnTo>
                </a:path>
              </a:pathLst>
            </a:custGeom>
            <a:ln w="25559">
              <a:solidFill>
                <a:srgbClr val="FF6A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49397" y="334511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2234" y="3325304"/>
              <a:ext cx="777963" cy="15626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114800" y="3383279"/>
              <a:ext cx="614045" cy="0"/>
            </a:xfrm>
            <a:custGeom>
              <a:avLst/>
              <a:gdLst/>
              <a:ahLst/>
              <a:cxnLst/>
              <a:rect l="l" t="t" r="r" b="b"/>
              <a:pathLst>
                <a:path w="614045">
                  <a:moveTo>
                    <a:pt x="0" y="0"/>
                  </a:moveTo>
                  <a:lnTo>
                    <a:pt x="613803" y="0"/>
                  </a:lnTo>
                </a:path>
              </a:pathLst>
            </a:custGeom>
            <a:ln w="25559">
              <a:solidFill>
                <a:srgbClr val="FF6A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23561" y="334511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A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367254" y="2958744"/>
            <a:ext cx="431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FF6A9D"/>
                </a:solidFill>
                <a:latin typeface="Calibri"/>
                <a:cs typeface="Calibri"/>
              </a:rPr>
              <a:t>residual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41419" y="2958744"/>
            <a:ext cx="431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10" dirty="0">
                <a:solidFill>
                  <a:srgbClr val="FF6A9D"/>
                </a:solidFill>
                <a:latin typeface="Calibri"/>
                <a:cs typeface="Calibri"/>
              </a:rPr>
              <a:t>residual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995883" y="1989708"/>
            <a:ext cx="4661535" cy="1918335"/>
            <a:chOff x="6995883" y="1989708"/>
            <a:chExt cx="4661535" cy="1918335"/>
          </a:xfrm>
        </p:grpSpPr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5883" y="1989708"/>
              <a:ext cx="4661281" cy="191772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040524" y="20113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480560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737359"/>
                  </a:lnTo>
                  <a:lnTo>
                    <a:pt x="12230" y="1783079"/>
                  </a:lnTo>
                  <a:lnTo>
                    <a:pt x="45720" y="1816557"/>
                  </a:lnTo>
                  <a:lnTo>
                    <a:pt x="91440" y="1828800"/>
                  </a:lnTo>
                  <a:lnTo>
                    <a:pt x="4480560" y="1828800"/>
                  </a:lnTo>
                  <a:lnTo>
                    <a:pt x="4526280" y="1816557"/>
                  </a:lnTo>
                  <a:lnTo>
                    <a:pt x="4559757" y="1783079"/>
                  </a:lnTo>
                  <a:lnTo>
                    <a:pt x="4572000" y="1737359"/>
                  </a:lnTo>
                  <a:lnTo>
                    <a:pt x="4572000" y="91439"/>
                  </a:lnTo>
                  <a:lnTo>
                    <a:pt x="4559757" y="45719"/>
                  </a:lnTo>
                  <a:lnTo>
                    <a:pt x="4526280" y="12230"/>
                  </a:lnTo>
                  <a:lnTo>
                    <a:pt x="44805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40524" y="20113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40" y="0"/>
                  </a:lnTo>
                  <a:lnTo>
                    <a:pt x="4480560" y="0"/>
                  </a:lnTo>
                  <a:lnTo>
                    <a:pt x="4526280" y="12230"/>
                  </a:lnTo>
                  <a:lnTo>
                    <a:pt x="4559757" y="45719"/>
                  </a:lnTo>
                  <a:lnTo>
                    <a:pt x="4572000" y="91439"/>
                  </a:lnTo>
                  <a:lnTo>
                    <a:pt x="4572000" y="1737359"/>
                  </a:lnTo>
                  <a:lnTo>
                    <a:pt x="4571199" y="1749359"/>
                  </a:lnTo>
                  <a:lnTo>
                    <a:pt x="4568845" y="1761024"/>
                  </a:lnTo>
                  <a:lnTo>
                    <a:pt x="4545309" y="1802109"/>
                  </a:lnTo>
                  <a:lnTo>
                    <a:pt x="4504224" y="1825645"/>
                  </a:lnTo>
                  <a:lnTo>
                    <a:pt x="4480560" y="1828800"/>
                  </a:lnTo>
                  <a:lnTo>
                    <a:pt x="91440" y="1828800"/>
                  </a:lnTo>
                  <a:lnTo>
                    <a:pt x="45720" y="1816557"/>
                  </a:lnTo>
                  <a:lnTo>
                    <a:pt x="12230" y="1783079"/>
                  </a:lnTo>
                  <a:lnTo>
                    <a:pt x="0" y="1737359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45576" y="2227224"/>
            <a:ext cx="1562100" cy="129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b="1" spc="-20" dirty="0">
                <a:solidFill>
                  <a:srgbClr val="00DFFF"/>
                </a:solidFill>
                <a:latin typeface="Calibri"/>
                <a:cs typeface="Calibri"/>
              </a:rPr>
              <a:t>~78%</a:t>
            </a:r>
            <a:endParaRPr sz="5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4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995883" y="4047109"/>
            <a:ext cx="4661535" cy="1918335"/>
            <a:chOff x="6995883" y="4047109"/>
            <a:chExt cx="4661535" cy="1918335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95883" y="4047109"/>
              <a:ext cx="4661281" cy="191772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40524" y="40687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4480560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737359"/>
                  </a:lnTo>
                  <a:lnTo>
                    <a:pt x="12230" y="1783079"/>
                  </a:lnTo>
                  <a:lnTo>
                    <a:pt x="45720" y="1816557"/>
                  </a:lnTo>
                  <a:lnTo>
                    <a:pt x="91440" y="1828800"/>
                  </a:lnTo>
                  <a:lnTo>
                    <a:pt x="4480560" y="1828800"/>
                  </a:lnTo>
                  <a:lnTo>
                    <a:pt x="4526280" y="1816557"/>
                  </a:lnTo>
                  <a:lnTo>
                    <a:pt x="4559757" y="1783079"/>
                  </a:lnTo>
                  <a:lnTo>
                    <a:pt x="4572000" y="1737359"/>
                  </a:lnTo>
                  <a:lnTo>
                    <a:pt x="4572000" y="91439"/>
                  </a:lnTo>
                  <a:lnTo>
                    <a:pt x="4559757" y="45719"/>
                  </a:lnTo>
                  <a:lnTo>
                    <a:pt x="4526280" y="12230"/>
                  </a:lnTo>
                  <a:lnTo>
                    <a:pt x="448056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40524" y="4068724"/>
              <a:ext cx="4572000" cy="1828800"/>
            </a:xfrm>
            <a:custGeom>
              <a:avLst/>
              <a:gdLst/>
              <a:ahLst/>
              <a:cxnLst/>
              <a:rect l="l" t="t" r="r" b="b"/>
              <a:pathLst>
                <a:path w="4572000" h="1828800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40" y="0"/>
                  </a:lnTo>
                  <a:lnTo>
                    <a:pt x="4480560" y="0"/>
                  </a:lnTo>
                  <a:lnTo>
                    <a:pt x="4526280" y="12230"/>
                  </a:lnTo>
                  <a:lnTo>
                    <a:pt x="4559757" y="45719"/>
                  </a:lnTo>
                  <a:lnTo>
                    <a:pt x="4572000" y="91439"/>
                  </a:lnTo>
                  <a:lnTo>
                    <a:pt x="4572000" y="1737359"/>
                  </a:lnTo>
                  <a:lnTo>
                    <a:pt x="4571199" y="1749359"/>
                  </a:lnTo>
                  <a:lnTo>
                    <a:pt x="4568845" y="1761024"/>
                  </a:lnTo>
                  <a:lnTo>
                    <a:pt x="4545309" y="1802109"/>
                  </a:lnTo>
                  <a:lnTo>
                    <a:pt x="4504224" y="1825645"/>
                  </a:lnTo>
                  <a:lnTo>
                    <a:pt x="4480560" y="1828800"/>
                  </a:lnTo>
                  <a:lnTo>
                    <a:pt x="91440" y="1828800"/>
                  </a:lnTo>
                  <a:lnTo>
                    <a:pt x="45720" y="1816557"/>
                  </a:lnTo>
                  <a:lnTo>
                    <a:pt x="12230" y="1783079"/>
                  </a:lnTo>
                  <a:lnTo>
                    <a:pt x="0" y="1737359"/>
                  </a:lnTo>
                  <a:lnTo>
                    <a:pt x="0" y="9143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701099" y="4284624"/>
            <a:ext cx="1249045" cy="1290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b="1" spc="-20" dirty="0">
                <a:solidFill>
                  <a:srgbClr val="2FD279"/>
                </a:solidFill>
                <a:latin typeface="Calibri"/>
                <a:cs typeface="Calibri"/>
              </a:rPr>
              <a:t>0.67</a:t>
            </a:r>
            <a:endParaRPr sz="5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4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835197" y="1537195"/>
            <a:ext cx="1817370" cy="445770"/>
            <a:chOff x="9835197" y="1537195"/>
            <a:chExt cx="1817370" cy="445770"/>
          </a:xfrm>
        </p:grpSpPr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35197" y="1537195"/>
              <a:ext cx="1817281" cy="44532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875164" y="1554124"/>
              <a:ext cx="1737360" cy="365760"/>
            </a:xfrm>
            <a:custGeom>
              <a:avLst/>
              <a:gdLst/>
              <a:ahLst/>
              <a:cxnLst/>
              <a:rect l="l" t="t" r="r" b="b"/>
              <a:pathLst>
                <a:path w="1737359" h="365760">
                  <a:moveTo>
                    <a:pt x="1590840" y="0"/>
                  </a:moveTo>
                  <a:lnTo>
                    <a:pt x="146151" y="0"/>
                  </a:lnTo>
                  <a:lnTo>
                    <a:pt x="126306" y="1264"/>
                  </a:lnTo>
                  <a:lnTo>
                    <a:pt x="126834" y="1264"/>
                  </a:lnTo>
                  <a:lnTo>
                    <a:pt x="108399" y="4857"/>
                  </a:lnTo>
                  <a:lnTo>
                    <a:pt x="73075" y="19430"/>
                  </a:lnTo>
                  <a:lnTo>
                    <a:pt x="42748" y="42748"/>
                  </a:lnTo>
                  <a:lnTo>
                    <a:pt x="19430" y="73075"/>
                  </a:lnTo>
                  <a:lnTo>
                    <a:pt x="4991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191" y="238298"/>
                  </a:lnTo>
                  <a:lnTo>
                    <a:pt x="1214" y="238661"/>
                  </a:lnTo>
                  <a:lnTo>
                    <a:pt x="4786" y="256987"/>
                  </a:lnTo>
                  <a:lnTo>
                    <a:pt x="4857" y="257352"/>
                  </a:lnTo>
                  <a:lnTo>
                    <a:pt x="10808" y="275072"/>
                  </a:lnTo>
                  <a:lnTo>
                    <a:pt x="10929" y="275434"/>
                  </a:lnTo>
                  <a:lnTo>
                    <a:pt x="30145" y="308649"/>
                  </a:lnTo>
                  <a:lnTo>
                    <a:pt x="57103" y="335603"/>
                  </a:lnTo>
                  <a:lnTo>
                    <a:pt x="90314" y="354669"/>
                  </a:lnTo>
                  <a:lnTo>
                    <a:pt x="146151" y="365760"/>
                  </a:lnTo>
                  <a:lnTo>
                    <a:pt x="1591195" y="365391"/>
                  </a:lnTo>
                  <a:lnTo>
                    <a:pt x="1647034" y="354461"/>
                  </a:lnTo>
                  <a:lnTo>
                    <a:pt x="1680249" y="335246"/>
                  </a:lnTo>
                  <a:lnTo>
                    <a:pt x="1707203" y="308288"/>
                  </a:lnTo>
                  <a:lnTo>
                    <a:pt x="1726269" y="275072"/>
                  </a:lnTo>
                  <a:lnTo>
                    <a:pt x="1732239" y="257352"/>
                  </a:lnTo>
                  <a:lnTo>
                    <a:pt x="1732362" y="256987"/>
                  </a:lnTo>
                  <a:lnTo>
                    <a:pt x="1736021" y="238661"/>
                  </a:lnTo>
                  <a:lnTo>
                    <a:pt x="1736093" y="238298"/>
                  </a:lnTo>
                  <a:lnTo>
                    <a:pt x="1737336" y="219595"/>
                  </a:lnTo>
                  <a:lnTo>
                    <a:pt x="1736991" y="146151"/>
                  </a:lnTo>
                  <a:lnTo>
                    <a:pt x="1726061" y="90314"/>
                  </a:lnTo>
                  <a:lnTo>
                    <a:pt x="1706846" y="57103"/>
                  </a:lnTo>
                  <a:lnTo>
                    <a:pt x="1679888" y="30145"/>
                  </a:lnTo>
                  <a:lnTo>
                    <a:pt x="1646672" y="11079"/>
                  </a:lnTo>
                  <a:lnTo>
                    <a:pt x="1609898" y="1264"/>
                  </a:lnTo>
                  <a:lnTo>
                    <a:pt x="1590840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334421" y="1647990"/>
            <a:ext cx="8197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A0E1C"/>
                </a:solidFill>
                <a:latin typeface="Calibri"/>
                <a:cs typeface="Calibri"/>
              </a:rPr>
              <a:t>Best</a:t>
            </a:r>
            <a:r>
              <a:rPr sz="1000" b="1" spc="-40" dirty="0">
                <a:solidFill>
                  <a:srgbClr val="0A0E1C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A0E1C"/>
                </a:solidFill>
                <a:latin typeface="Calibri"/>
                <a:cs typeface="Calibri"/>
              </a:rPr>
              <a:t>flat</a:t>
            </a:r>
            <a:r>
              <a:rPr sz="1000" b="1" spc="-40" dirty="0">
                <a:solidFill>
                  <a:srgbClr val="0A0E1C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A0E1C"/>
                </a:solidFill>
                <a:latin typeface="Calibri"/>
                <a:cs typeface="Calibri"/>
              </a:rPr>
              <a:t>model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46296" y="6296304"/>
            <a:ext cx="41021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Big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jump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in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—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minority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classes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finally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get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attention.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Hierarchical</a:t>
            </a:r>
            <a:r>
              <a:rPr spc="-60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—</a:t>
            </a:r>
            <a:r>
              <a:rPr spc="-60" dirty="0"/>
              <a:t> </a:t>
            </a:r>
            <a:r>
              <a:rPr dirty="0"/>
              <a:t>divide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conquer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2843" y="1622145"/>
            <a:ext cx="3613785" cy="4298950"/>
            <a:chOff x="402843" y="1622145"/>
            <a:chExt cx="3613785" cy="4298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843" y="1622145"/>
              <a:ext cx="3613315" cy="42987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8919" y="1645196"/>
              <a:ext cx="3521075" cy="4206875"/>
            </a:xfrm>
            <a:custGeom>
              <a:avLst/>
              <a:gdLst/>
              <a:ahLst/>
              <a:cxnLst/>
              <a:rect l="l" t="t" r="r" b="b"/>
              <a:pathLst>
                <a:path w="3521075" h="4206875">
                  <a:moveTo>
                    <a:pt x="211683" y="0"/>
                  </a:moveTo>
                  <a:lnTo>
                    <a:pt x="157005" y="7204"/>
                  </a:lnTo>
                  <a:lnTo>
                    <a:pt x="105841" y="28448"/>
                  </a:lnTo>
                  <a:lnTo>
                    <a:pt x="62188" y="61877"/>
                  </a:lnTo>
                  <a:lnTo>
                    <a:pt x="28803" y="105841"/>
                  </a:lnTo>
                  <a:lnTo>
                    <a:pt x="7559" y="156694"/>
                  </a:lnTo>
                  <a:lnTo>
                    <a:pt x="355" y="211327"/>
                  </a:lnTo>
                  <a:lnTo>
                    <a:pt x="0" y="3995280"/>
                  </a:lnTo>
                  <a:lnTo>
                    <a:pt x="1810" y="4022906"/>
                  </a:lnTo>
                  <a:lnTo>
                    <a:pt x="16043" y="4075981"/>
                  </a:lnTo>
                  <a:lnTo>
                    <a:pt x="43621" y="4123946"/>
                  </a:lnTo>
                  <a:lnTo>
                    <a:pt x="82661" y="4162886"/>
                  </a:lnTo>
                  <a:lnTo>
                    <a:pt x="130626" y="4190502"/>
                  </a:lnTo>
                  <a:lnTo>
                    <a:pt x="183701" y="4204795"/>
                  </a:lnTo>
                  <a:lnTo>
                    <a:pt x="211315" y="4206608"/>
                  </a:lnTo>
                  <a:lnTo>
                    <a:pt x="3309480" y="4206608"/>
                  </a:lnTo>
                  <a:lnTo>
                    <a:pt x="3364158" y="4199404"/>
                  </a:lnTo>
                  <a:lnTo>
                    <a:pt x="3415322" y="4178160"/>
                  </a:lnTo>
                  <a:lnTo>
                    <a:pt x="3458919" y="4144775"/>
                  </a:lnTo>
                  <a:lnTo>
                    <a:pt x="3492360" y="4100766"/>
                  </a:lnTo>
                  <a:lnTo>
                    <a:pt x="3504626" y="4076131"/>
                  </a:lnTo>
                  <a:lnTo>
                    <a:pt x="3504700" y="4075981"/>
                  </a:lnTo>
                  <a:lnTo>
                    <a:pt x="3513582" y="4049958"/>
                  </a:lnTo>
                  <a:lnTo>
                    <a:pt x="3518983" y="4022906"/>
                  </a:lnTo>
                  <a:lnTo>
                    <a:pt x="3520795" y="3995280"/>
                  </a:lnTo>
                  <a:lnTo>
                    <a:pt x="3520772" y="211327"/>
                  </a:lnTo>
                  <a:lnTo>
                    <a:pt x="3513597" y="157005"/>
                  </a:lnTo>
                  <a:lnTo>
                    <a:pt x="3492360" y="105841"/>
                  </a:lnTo>
                  <a:lnTo>
                    <a:pt x="3458925" y="62193"/>
                  </a:lnTo>
                  <a:lnTo>
                    <a:pt x="3414966" y="28803"/>
                  </a:lnTo>
                  <a:lnTo>
                    <a:pt x="3364114" y="7566"/>
                  </a:lnTo>
                  <a:lnTo>
                    <a:pt x="3309480" y="368"/>
                  </a:lnTo>
                  <a:lnTo>
                    <a:pt x="21168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8919" y="1645196"/>
              <a:ext cx="3521075" cy="4206875"/>
            </a:xfrm>
            <a:custGeom>
              <a:avLst/>
              <a:gdLst/>
              <a:ahLst/>
              <a:cxnLst/>
              <a:rect l="l" t="t" r="r" b="b"/>
              <a:pathLst>
                <a:path w="3521075" h="4206875">
                  <a:moveTo>
                    <a:pt x="355" y="211327"/>
                  </a:moveTo>
                  <a:lnTo>
                    <a:pt x="2168" y="183706"/>
                  </a:lnTo>
                  <a:lnTo>
                    <a:pt x="7559" y="156694"/>
                  </a:lnTo>
                  <a:lnTo>
                    <a:pt x="28803" y="105841"/>
                  </a:lnTo>
                  <a:lnTo>
                    <a:pt x="62188" y="61877"/>
                  </a:lnTo>
                  <a:lnTo>
                    <a:pt x="105841" y="28448"/>
                  </a:lnTo>
                  <a:lnTo>
                    <a:pt x="157005" y="7204"/>
                  </a:lnTo>
                  <a:lnTo>
                    <a:pt x="211683" y="0"/>
                  </a:lnTo>
                  <a:lnTo>
                    <a:pt x="3309480" y="368"/>
                  </a:lnTo>
                  <a:lnTo>
                    <a:pt x="3364114" y="7566"/>
                  </a:lnTo>
                  <a:lnTo>
                    <a:pt x="3414966" y="28803"/>
                  </a:lnTo>
                  <a:lnTo>
                    <a:pt x="3458925" y="62193"/>
                  </a:lnTo>
                  <a:lnTo>
                    <a:pt x="3492360" y="105841"/>
                  </a:lnTo>
                  <a:lnTo>
                    <a:pt x="3513597" y="157005"/>
                  </a:lnTo>
                  <a:lnTo>
                    <a:pt x="3520795" y="211683"/>
                  </a:lnTo>
                  <a:lnTo>
                    <a:pt x="3520795" y="3995280"/>
                  </a:lnTo>
                  <a:lnTo>
                    <a:pt x="3518985" y="4022901"/>
                  </a:lnTo>
                  <a:lnTo>
                    <a:pt x="3513597" y="4049914"/>
                  </a:lnTo>
                  <a:lnTo>
                    <a:pt x="3492360" y="4100766"/>
                  </a:lnTo>
                  <a:lnTo>
                    <a:pt x="3458970" y="4144730"/>
                  </a:lnTo>
                  <a:lnTo>
                    <a:pt x="3415322" y="4178160"/>
                  </a:lnTo>
                  <a:lnTo>
                    <a:pt x="3364158" y="4199404"/>
                  </a:lnTo>
                  <a:lnTo>
                    <a:pt x="3309480" y="4206608"/>
                  </a:lnTo>
                  <a:lnTo>
                    <a:pt x="211315" y="4206608"/>
                  </a:lnTo>
                  <a:lnTo>
                    <a:pt x="156692" y="4199404"/>
                  </a:lnTo>
                  <a:lnTo>
                    <a:pt x="105841" y="4178160"/>
                  </a:lnTo>
                  <a:lnTo>
                    <a:pt x="61875" y="4144775"/>
                  </a:lnTo>
                  <a:lnTo>
                    <a:pt x="28435" y="4101122"/>
                  </a:lnTo>
                  <a:lnTo>
                    <a:pt x="7197" y="4049958"/>
                  </a:lnTo>
                  <a:lnTo>
                    <a:pt x="0" y="3995280"/>
                  </a:lnTo>
                  <a:lnTo>
                    <a:pt x="355" y="21132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0895" y="1861464"/>
            <a:ext cx="4914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DFFF"/>
                </a:solidFill>
                <a:latin typeface="Calibri"/>
                <a:cs typeface="Calibri"/>
              </a:rPr>
              <a:t>STAGE</a:t>
            </a:r>
            <a:r>
              <a:rPr sz="1100" b="1" spc="-3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00D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895" y="2227211"/>
            <a:ext cx="1680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Binary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895" y="2730144"/>
            <a:ext cx="11156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Benign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vs</a:t>
            </a:r>
            <a:r>
              <a:rPr sz="13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Attack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2043" y="3442309"/>
            <a:ext cx="2425065" cy="1329690"/>
            <a:chOff x="752043" y="3442309"/>
            <a:chExt cx="2425065" cy="13296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2364" y="3442309"/>
              <a:ext cx="1019886" cy="8366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94917" y="347472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914399" y="0"/>
                  </a:moveTo>
                  <a:lnTo>
                    <a:pt x="0" y="731519"/>
                  </a:lnTo>
                </a:path>
              </a:pathLst>
            </a:custGeom>
            <a:ln w="25559">
              <a:solidFill>
                <a:srgbClr val="2FD2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6764" y="3442309"/>
              <a:ext cx="1019886" cy="8366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09317" y="3474720"/>
              <a:ext cx="914400" cy="731520"/>
            </a:xfrm>
            <a:custGeom>
              <a:avLst/>
              <a:gdLst/>
              <a:ahLst/>
              <a:cxnLst/>
              <a:rect l="l" t="t" r="r" b="b"/>
              <a:pathLst>
                <a:path w="914400" h="731520">
                  <a:moveTo>
                    <a:pt x="0" y="0"/>
                  </a:moveTo>
                  <a:lnTo>
                    <a:pt x="914400" y="731519"/>
                  </a:lnTo>
                </a:path>
              </a:pathLst>
            </a:custGeom>
            <a:ln w="25559">
              <a:solidFill>
                <a:srgbClr val="FF4C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043" y="4189310"/>
              <a:ext cx="1085761" cy="5824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1997" y="4206240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854646" y="0"/>
                  </a:moveTo>
                  <a:lnTo>
                    <a:pt x="150837" y="0"/>
                  </a:lnTo>
                  <a:lnTo>
                    <a:pt x="131186" y="1277"/>
                  </a:lnTo>
                  <a:lnTo>
                    <a:pt x="93232" y="11390"/>
                  </a:lnTo>
                  <a:lnTo>
                    <a:pt x="59087" y="31199"/>
                  </a:lnTo>
                  <a:lnTo>
                    <a:pt x="31204" y="58938"/>
                  </a:lnTo>
                  <a:lnTo>
                    <a:pt x="11396" y="93027"/>
                  </a:lnTo>
                  <a:lnTo>
                    <a:pt x="1277" y="131031"/>
                  </a:lnTo>
                  <a:lnTo>
                    <a:pt x="0" y="150837"/>
                  </a:lnTo>
                  <a:lnTo>
                    <a:pt x="0" y="352082"/>
                  </a:lnTo>
                  <a:lnTo>
                    <a:pt x="1264" y="371527"/>
                  </a:lnTo>
                  <a:lnTo>
                    <a:pt x="1277" y="371733"/>
                  </a:lnTo>
                  <a:lnTo>
                    <a:pt x="5052" y="390867"/>
                  </a:lnTo>
                  <a:lnTo>
                    <a:pt x="5087" y="391047"/>
                  </a:lnTo>
                  <a:lnTo>
                    <a:pt x="11343" y="409531"/>
                  </a:lnTo>
                  <a:lnTo>
                    <a:pt x="31199" y="443826"/>
                  </a:lnTo>
                  <a:lnTo>
                    <a:pt x="58943" y="471720"/>
                  </a:lnTo>
                  <a:lnTo>
                    <a:pt x="93032" y="491529"/>
                  </a:lnTo>
                  <a:lnTo>
                    <a:pt x="131031" y="501642"/>
                  </a:lnTo>
                  <a:lnTo>
                    <a:pt x="150837" y="502920"/>
                  </a:lnTo>
                  <a:lnTo>
                    <a:pt x="855002" y="502564"/>
                  </a:lnTo>
                  <a:lnTo>
                    <a:pt x="893972" y="497476"/>
                  </a:lnTo>
                  <a:lnTo>
                    <a:pt x="930236" y="482396"/>
                  </a:lnTo>
                  <a:lnTo>
                    <a:pt x="961609" y="458366"/>
                  </a:lnTo>
                  <a:lnTo>
                    <a:pt x="985685" y="427316"/>
                  </a:lnTo>
                  <a:lnTo>
                    <a:pt x="994377" y="409687"/>
                  </a:lnTo>
                  <a:lnTo>
                    <a:pt x="994454" y="409531"/>
                  </a:lnTo>
                  <a:lnTo>
                    <a:pt x="1000697" y="391047"/>
                  </a:lnTo>
                  <a:lnTo>
                    <a:pt x="1000758" y="390867"/>
                  </a:lnTo>
                  <a:lnTo>
                    <a:pt x="1004523" y="371733"/>
                  </a:lnTo>
                  <a:lnTo>
                    <a:pt x="1004564" y="371527"/>
                  </a:lnTo>
                  <a:lnTo>
                    <a:pt x="1005816" y="352082"/>
                  </a:lnTo>
                  <a:lnTo>
                    <a:pt x="1005840" y="351713"/>
                  </a:lnTo>
                  <a:lnTo>
                    <a:pt x="1005484" y="150837"/>
                  </a:lnTo>
                  <a:lnTo>
                    <a:pt x="1000396" y="111872"/>
                  </a:lnTo>
                  <a:lnTo>
                    <a:pt x="985316" y="75603"/>
                  </a:lnTo>
                  <a:lnTo>
                    <a:pt x="961291" y="44235"/>
                  </a:lnTo>
                  <a:lnTo>
                    <a:pt x="930236" y="20154"/>
                  </a:lnTo>
                  <a:lnTo>
                    <a:pt x="893789" y="5086"/>
                  </a:lnTo>
                  <a:lnTo>
                    <a:pt x="874453" y="1277"/>
                  </a:lnTo>
                  <a:lnTo>
                    <a:pt x="854646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64780" y="4353737"/>
            <a:ext cx="460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A0E1C"/>
                </a:solidFill>
                <a:latin typeface="Calibri"/>
                <a:cs typeface="Calibri"/>
              </a:rPr>
              <a:t>Benign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80843" y="4189310"/>
            <a:ext cx="1085850" cy="582930"/>
            <a:chOff x="2580843" y="4189310"/>
            <a:chExt cx="1085850" cy="58293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0843" y="4189310"/>
              <a:ext cx="1085761" cy="5824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620797" y="4206240"/>
              <a:ext cx="1005840" cy="502920"/>
            </a:xfrm>
            <a:custGeom>
              <a:avLst/>
              <a:gdLst/>
              <a:ahLst/>
              <a:cxnLst/>
              <a:rect l="l" t="t" r="r" b="b"/>
              <a:pathLst>
                <a:path w="1005839" h="502920">
                  <a:moveTo>
                    <a:pt x="854646" y="0"/>
                  </a:moveTo>
                  <a:lnTo>
                    <a:pt x="150837" y="0"/>
                  </a:lnTo>
                  <a:lnTo>
                    <a:pt x="131186" y="1277"/>
                  </a:lnTo>
                  <a:lnTo>
                    <a:pt x="93232" y="11390"/>
                  </a:lnTo>
                  <a:lnTo>
                    <a:pt x="59087" y="31199"/>
                  </a:lnTo>
                  <a:lnTo>
                    <a:pt x="31204" y="58938"/>
                  </a:lnTo>
                  <a:lnTo>
                    <a:pt x="11396" y="93027"/>
                  </a:lnTo>
                  <a:lnTo>
                    <a:pt x="1277" y="131031"/>
                  </a:lnTo>
                  <a:lnTo>
                    <a:pt x="0" y="150837"/>
                  </a:lnTo>
                  <a:lnTo>
                    <a:pt x="0" y="352082"/>
                  </a:lnTo>
                  <a:lnTo>
                    <a:pt x="1264" y="371527"/>
                  </a:lnTo>
                  <a:lnTo>
                    <a:pt x="1277" y="371733"/>
                  </a:lnTo>
                  <a:lnTo>
                    <a:pt x="11343" y="409531"/>
                  </a:lnTo>
                  <a:lnTo>
                    <a:pt x="31199" y="443826"/>
                  </a:lnTo>
                  <a:lnTo>
                    <a:pt x="58943" y="471720"/>
                  </a:lnTo>
                  <a:lnTo>
                    <a:pt x="93032" y="491529"/>
                  </a:lnTo>
                  <a:lnTo>
                    <a:pt x="131031" y="501642"/>
                  </a:lnTo>
                  <a:lnTo>
                    <a:pt x="150837" y="502920"/>
                  </a:lnTo>
                  <a:lnTo>
                    <a:pt x="855002" y="502564"/>
                  </a:lnTo>
                  <a:lnTo>
                    <a:pt x="893972" y="497476"/>
                  </a:lnTo>
                  <a:lnTo>
                    <a:pt x="930236" y="482396"/>
                  </a:lnTo>
                  <a:lnTo>
                    <a:pt x="961609" y="458366"/>
                  </a:lnTo>
                  <a:lnTo>
                    <a:pt x="985685" y="427316"/>
                  </a:lnTo>
                  <a:lnTo>
                    <a:pt x="994377" y="409687"/>
                  </a:lnTo>
                  <a:lnTo>
                    <a:pt x="994454" y="409531"/>
                  </a:lnTo>
                  <a:lnTo>
                    <a:pt x="1000697" y="391047"/>
                  </a:lnTo>
                  <a:lnTo>
                    <a:pt x="1000758" y="390867"/>
                  </a:lnTo>
                  <a:lnTo>
                    <a:pt x="1004523" y="371733"/>
                  </a:lnTo>
                  <a:lnTo>
                    <a:pt x="1004564" y="371527"/>
                  </a:lnTo>
                  <a:lnTo>
                    <a:pt x="1005816" y="352082"/>
                  </a:lnTo>
                  <a:lnTo>
                    <a:pt x="1005840" y="351713"/>
                  </a:lnTo>
                  <a:lnTo>
                    <a:pt x="1005484" y="150837"/>
                  </a:lnTo>
                  <a:lnTo>
                    <a:pt x="1000396" y="111872"/>
                  </a:lnTo>
                  <a:lnTo>
                    <a:pt x="985316" y="75603"/>
                  </a:lnTo>
                  <a:lnTo>
                    <a:pt x="961291" y="44235"/>
                  </a:lnTo>
                  <a:lnTo>
                    <a:pt x="930236" y="20154"/>
                  </a:lnTo>
                  <a:lnTo>
                    <a:pt x="893789" y="5086"/>
                  </a:lnTo>
                  <a:lnTo>
                    <a:pt x="874453" y="1277"/>
                  </a:lnTo>
                  <a:lnTo>
                    <a:pt x="854646" y="0"/>
                  </a:lnTo>
                  <a:close/>
                </a:path>
              </a:pathLst>
            </a:custGeom>
            <a:solidFill>
              <a:srgbClr val="FF4C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911944" y="4353737"/>
            <a:ext cx="4229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Attack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54543" y="5199024"/>
            <a:ext cx="9080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9CB2CC"/>
                </a:solidFill>
                <a:latin typeface="Calibri"/>
                <a:cs typeface="Calibri"/>
              </a:rPr>
              <a:t>If</a:t>
            </a:r>
            <a:r>
              <a:rPr sz="11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9CB2CC"/>
                </a:solidFill>
                <a:latin typeface="Calibri"/>
                <a:cs typeface="Calibri"/>
              </a:rPr>
              <a:t>benign:</a:t>
            </a:r>
            <a:r>
              <a:rPr sz="11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9CB2CC"/>
                </a:solidFill>
                <a:latin typeface="Calibri"/>
                <a:cs typeface="Calibri"/>
              </a:rPr>
              <a:t>done.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89044" y="1622145"/>
            <a:ext cx="3613785" cy="4298950"/>
            <a:chOff x="4289044" y="1622145"/>
            <a:chExt cx="3613785" cy="42989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9044" y="1622145"/>
              <a:ext cx="3613315" cy="429877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335119" y="1645196"/>
              <a:ext cx="3521075" cy="4206875"/>
            </a:xfrm>
            <a:custGeom>
              <a:avLst/>
              <a:gdLst/>
              <a:ahLst/>
              <a:cxnLst/>
              <a:rect l="l" t="t" r="r" b="b"/>
              <a:pathLst>
                <a:path w="3521075" h="4206875">
                  <a:moveTo>
                    <a:pt x="211683" y="0"/>
                  </a:moveTo>
                  <a:lnTo>
                    <a:pt x="157005" y="7204"/>
                  </a:lnTo>
                  <a:lnTo>
                    <a:pt x="105841" y="28448"/>
                  </a:lnTo>
                  <a:lnTo>
                    <a:pt x="62188" y="61877"/>
                  </a:lnTo>
                  <a:lnTo>
                    <a:pt x="28803" y="105841"/>
                  </a:lnTo>
                  <a:lnTo>
                    <a:pt x="7559" y="156694"/>
                  </a:lnTo>
                  <a:lnTo>
                    <a:pt x="355" y="211327"/>
                  </a:lnTo>
                  <a:lnTo>
                    <a:pt x="0" y="3995280"/>
                  </a:lnTo>
                  <a:lnTo>
                    <a:pt x="1810" y="4022906"/>
                  </a:lnTo>
                  <a:lnTo>
                    <a:pt x="7197" y="4049958"/>
                  </a:lnTo>
                  <a:lnTo>
                    <a:pt x="16043" y="4075981"/>
                  </a:lnTo>
                  <a:lnTo>
                    <a:pt x="16094" y="4076131"/>
                  </a:lnTo>
                  <a:lnTo>
                    <a:pt x="43621" y="4123946"/>
                  </a:lnTo>
                  <a:lnTo>
                    <a:pt x="82661" y="4162886"/>
                  </a:lnTo>
                  <a:lnTo>
                    <a:pt x="130626" y="4190502"/>
                  </a:lnTo>
                  <a:lnTo>
                    <a:pt x="183701" y="4204795"/>
                  </a:lnTo>
                  <a:lnTo>
                    <a:pt x="211315" y="4206608"/>
                  </a:lnTo>
                  <a:lnTo>
                    <a:pt x="3309480" y="4206608"/>
                  </a:lnTo>
                  <a:lnTo>
                    <a:pt x="3364158" y="4199404"/>
                  </a:lnTo>
                  <a:lnTo>
                    <a:pt x="3415322" y="4178160"/>
                  </a:lnTo>
                  <a:lnTo>
                    <a:pt x="3458919" y="4144775"/>
                  </a:lnTo>
                  <a:lnTo>
                    <a:pt x="3492360" y="4100766"/>
                  </a:lnTo>
                  <a:lnTo>
                    <a:pt x="3504626" y="4076131"/>
                  </a:lnTo>
                  <a:lnTo>
                    <a:pt x="3504700" y="4075981"/>
                  </a:lnTo>
                  <a:lnTo>
                    <a:pt x="3513582" y="4049958"/>
                  </a:lnTo>
                  <a:lnTo>
                    <a:pt x="3518983" y="4022906"/>
                  </a:lnTo>
                  <a:lnTo>
                    <a:pt x="3520795" y="3995280"/>
                  </a:lnTo>
                  <a:lnTo>
                    <a:pt x="3520772" y="211327"/>
                  </a:lnTo>
                  <a:lnTo>
                    <a:pt x="3513597" y="157005"/>
                  </a:lnTo>
                  <a:lnTo>
                    <a:pt x="3492360" y="105841"/>
                  </a:lnTo>
                  <a:lnTo>
                    <a:pt x="3458925" y="62193"/>
                  </a:lnTo>
                  <a:lnTo>
                    <a:pt x="3414966" y="28803"/>
                  </a:lnTo>
                  <a:lnTo>
                    <a:pt x="3364114" y="7566"/>
                  </a:lnTo>
                  <a:lnTo>
                    <a:pt x="3309480" y="368"/>
                  </a:lnTo>
                  <a:lnTo>
                    <a:pt x="21168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35119" y="1645196"/>
              <a:ext cx="3521075" cy="4206875"/>
            </a:xfrm>
            <a:custGeom>
              <a:avLst/>
              <a:gdLst/>
              <a:ahLst/>
              <a:cxnLst/>
              <a:rect l="l" t="t" r="r" b="b"/>
              <a:pathLst>
                <a:path w="3521075" h="4206875">
                  <a:moveTo>
                    <a:pt x="355" y="211327"/>
                  </a:moveTo>
                  <a:lnTo>
                    <a:pt x="2168" y="183706"/>
                  </a:lnTo>
                  <a:lnTo>
                    <a:pt x="7559" y="156694"/>
                  </a:lnTo>
                  <a:lnTo>
                    <a:pt x="28803" y="105841"/>
                  </a:lnTo>
                  <a:lnTo>
                    <a:pt x="62188" y="61877"/>
                  </a:lnTo>
                  <a:lnTo>
                    <a:pt x="105841" y="28448"/>
                  </a:lnTo>
                  <a:lnTo>
                    <a:pt x="157005" y="7204"/>
                  </a:lnTo>
                  <a:lnTo>
                    <a:pt x="211683" y="0"/>
                  </a:lnTo>
                  <a:lnTo>
                    <a:pt x="3309480" y="368"/>
                  </a:lnTo>
                  <a:lnTo>
                    <a:pt x="3364114" y="7566"/>
                  </a:lnTo>
                  <a:lnTo>
                    <a:pt x="3414966" y="28803"/>
                  </a:lnTo>
                  <a:lnTo>
                    <a:pt x="3458925" y="62193"/>
                  </a:lnTo>
                  <a:lnTo>
                    <a:pt x="3492360" y="105841"/>
                  </a:lnTo>
                  <a:lnTo>
                    <a:pt x="3513597" y="157005"/>
                  </a:lnTo>
                  <a:lnTo>
                    <a:pt x="3520795" y="211683"/>
                  </a:lnTo>
                  <a:lnTo>
                    <a:pt x="3520795" y="3995280"/>
                  </a:lnTo>
                  <a:lnTo>
                    <a:pt x="3518985" y="4022901"/>
                  </a:lnTo>
                  <a:lnTo>
                    <a:pt x="3513597" y="4049914"/>
                  </a:lnTo>
                  <a:lnTo>
                    <a:pt x="3492360" y="4100766"/>
                  </a:lnTo>
                  <a:lnTo>
                    <a:pt x="3458970" y="4144730"/>
                  </a:lnTo>
                  <a:lnTo>
                    <a:pt x="3415322" y="4178160"/>
                  </a:lnTo>
                  <a:lnTo>
                    <a:pt x="3364158" y="4199404"/>
                  </a:lnTo>
                  <a:lnTo>
                    <a:pt x="3309480" y="4206608"/>
                  </a:lnTo>
                  <a:lnTo>
                    <a:pt x="211315" y="4206608"/>
                  </a:lnTo>
                  <a:lnTo>
                    <a:pt x="156692" y="4199404"/>
                  </a:lnTo>
                  <a:lnTo>
                    <a:pt x="105841" y="4178160"/>
                  </a:lnTo>
                  <a:lnTo>
                    <a:pt x="61875" y="4144775"/>
                  </a:lnTo>
                  <a:lnTo>
                    <a:pt x="28435" y="4101122"/>
                  </a:lnTo>
                  <a:lnTo>
                    <a:pt x="7197" y="4049958"/>
                  </a:lnTo>
                  <a:lnTo>
                    <a:pt x="0" y="3995280"/>
                  </a:lnTo>
                  <a:lnTo>
                    <a:pt x="355" y="21132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597095" y="1861464"/>
            <a:ext cx="4914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DFFF"/>
                </a:solidFill>
                <a:latin typeface="Calibri"/>
                <a:cs typeface="Calibri"/>
              </a:rPr>
              <a:t>STAGE</a:t>
            </a:r>
            <a:r>
              <a:rPr sz="1100" b="1" spc="-3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00D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97095" y="2227211"/>
            <a:ext cx="1689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Family</a:t>
            </a:r>
            <a:r>
              <a:rPr sz="20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97095" y="2730144"/>
            <a:ext cx="14147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Which</a:t>
            </a:r>
            <a:r>
              <a:rPr sz="1300" spc="-6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attack</a:t>
            </a:r>
            <a:r>
              <a:rPr sz="1300" spc="-6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family?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58042" y="3317036"/>
            <a:ext cx="2875915" cy="452120"/>
            <a:chOff x="4658042" y="3317036"/>
            <a:chExt cx="2875915" cy="45212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8042" y="3317036"/>
              <a:ext cx="2875318" cy="45180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701235" y="33372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2642400" y="0"/>
                  </a:moveTo>
                  <a:lnTo>
                    <a:pt x="146164" y="0"/>
                  </a:lnTo>
                  <a:lnTo>
                    <a:pt x="126313" y="1264"/>
                  </a:lnTo>
                  <a:lnTo>
                    <a:pt x="126842" y="1264"/>
                  </a:lnTo>
                  <a:lnTo>
                    <a:pt x="108407" y="4857"/>
                  </a:lnTo>
                  <a:lnTo>
                    <a:pt x="73088" y="19431"/>
                  </a:lnTo>
                  <a:lnTo>
                    <a:pt x="42756" y="42748"/>
                  </a:lnTo>
                  <a:lnTo>
                    <a:pt x="19443" y="73075"/>
                  </a:lnTo>
                  <a:lnTo>
                    <a:pt x="4997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193" y="238298"/>
                  </a:lnTo>
                  <a:lnTo>
                    <a:pt x="1216" y="238661"/>
                  </a:lnTo>
                  <a:lnTo>
                    <a:pt x="4792" y="256987"/>
                  </a:lnTo>
                  <a:lnTo>
                    <a:pt x="4864" y="257352"/>
                  </a:lnTo>
                  <a:lnTo>
                    <a:pt x="10818" y="275072"/>
                  </a:lnTo>
                  <a:lnTo>
                    <a:pt x="30156" y="308649"/>
                  </a:lnTo>
                  <a:lnTo>
                    <a:pt x="57110" y="335603"/>
                  </a:lnTo>
                  <a:lnTo>
                    <a:pt x="90325" y="354669"/>
                  </a:lnTo>
                  <a:lnTo>
                    <a:pt x="146164" y="365760"/>
                  </a:lnTo>
                  <a:lnTo>
                    <a:pt x="2642768" y="365391"/>
                  </a:lnTo>
                  <a:lnTo>
                    <a:pt x="2698605" y="354461"/>
                  </a:lnTo>
                  <a:lnTo>
                    <a:pt x="2731821" y="335246"/>
                  </a:lnTo>
                  <a:lnTo>
                    <a:pt x="2758776" y="308288"/>
                  </a:lnTo>
                  <a:lnTo>
                    <a:pt x="2777840" y="275072"/>
                  </a:lnTo>
                  <a:lnTo>
                    <a:pt x="2783805" y="257352"/>
                  </a:lnTo>
                  <a:lnTo>
                    <a:pt x="2783928" y="256987"/>
                  </a:lnTo>
                  <a:lnTo>
                    <a:pt x="2787583" y="238661"/>
                  </a:lnTo>
                  <a:lnTo>
                    <a:pt x="2787655" y="238298"/>
                  </a:lnTo>
                  <a:lnTo>
                    <a:pt x="2788896" y="219595"/>
                  </a:lnTo>
                  <a:lnTo>
                    <a:pt x="2788919" y="219240"/>
                  </a:lnTo>
                  <a:lnTo>
                    <a:pt x="2788564" y="146151"/>
                  </a:lnTo>
                  <a:lnTo>
                    <a:pt x="2777629" y="90314"/>
                  </a:lnTo>
                  <a:lnTo>
                    <a:pt x="2758413" y="57103"/>
                  </a:lnTo>
                  <a:lnTo>
                    <a:pt x="2731460" y="30145"/>
                  </a:lnTo>
                  <a:lnTo>
                    <a:pt x="2698244" y="11079"/>
                  </a:lnTo>
                  <a:lnTo>
                    <a:pt x="2661465" y="1264"/>
                  </a:lnTo>
                  <a:lnTo>
                    <a:pt x="264240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01235" y="33372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0" y="146151"/>
                  </a:moveTo>
                  <a:lnTo>
                    <a:pt x="1266" y="127091"/>
                  </a:lnTo>
                  <a:lnTo>
                    <a:pt x="4997" y="108399"/>
                  </a:lnTo>
                  <a:lnTo>
                    <a:pt x="19443" y="73075"/>
                  </a:lnTo>
                  <a:lnTo>
                    <a:pt x="42756" y="42748"/>
                  </a:lnTo>
                  <a:lnTo>
                    <a:pt x="73088" y="19431"/>
                  </a:lnTo>
                  <a:lnTo>
                    <a:pt x="108407" y="4857"/>
                  </a:lnTo>
                  <a:lnTo>
                    <a:pt x="146164" y="0"/>
                  </a:lnTo>
                  <a:lnTo>
                    <a:pt x="2642400" y="0"/>
                  </a:lnTo>
                  <a:lnTo>
                    <a:pt x="2698244" y="11079"/>
                  </a:lnTo>
                  <a:lnTo>
                    <a:pt x="2731460" y="30145"/>
                  </a:lnTo>
                  <a:lnTo>
                    <a:pt x="2758413" y="57103"/>
                  </a:lnTo>
                  <a:lnTo>
                    <a:pt x="2777629" y="90314"/>
                  </a:lnTo>
                  <a:lnTo>
                    <a:pt x="2788564" y="146151"/>
                  </a:lnTo>
                  <a:lnTo>
                    <a:pt x="2788919" y="219240"/>
                  </a:lnTo>
                  <a:lnTo>
                    <a:pt x="2787655" y="238298"/>
                  </a:lnTo>
                  <a:lnTo>
                    <a:pt x="2783928" y="256987"/>
                  </a:lnTo>
                  <a:lnTo>
                    <a:pt x="2769489" y="292315"/>
                  </a:lnTo>
                  <a:lnTo>
                    <a:pt x="2746176" y="322643"/>
                  </a:lnTo>
                  <a:lnTo>
                    <a:pt x="2715844" y="345960"/>
                  </a:lnTo>
                  <a:lnTo>
                    <a:pt x="2680520" y="360533"/>
                  </a:lnTo>
                  <a:lnTo>
                    <a:pt x="146164" y="365760"/>
                  </a:lnTo>
                  <a:lnTo>
                    <a:pt x="90325" y="354669"/>
                  </a:lnTo>
                  <a:lnTo>
                    <a:pt x="57110" y="335603"/>
                  </a:lnTo>
                  <a:lnTo>
                    <a:pt x="30156" y="308649"/>
                  </a:lnTo>
                  <a:lnTo>
                    <a:pt x="10940" y="275434"/>
                  </a:lnTo>
                  <a:lnTo>
                    <a:pt x="0" y="219595"/>
                  </a:lnTo>
                  <a:lnTo>
                    <a:pt x="0" y="146151"/>
                  </a:lnTo>
                  <a:close/>
                </a:path>
              </a:pathLst>
            </a:custGeom>
            <a:ln w="64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14339" y="3423501"/>
            <a:ext cx="3625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DFFF"/>
                </a:solidFill>
                <a:latin typeface="Calibri"/>
                <a:cs typeface="Calibri"/>
              </a:rPr>
              <a:t>DDOS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658042" y="3774236"/>
            <a:ext cx="2875915" cy="452120"/>
            <a:chOff x="4658042" y="3774236"/>
            <a:chExt cx="2875915" cy="452120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8042" y="3774236"/>
              <a:ext cx="2875318" cy="45180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701235" y="37944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2642400" y="0"/>
                  </a:moveTo>
                  <a:lnTo>
                    <a:pt x="146164" y="0"/>
                  </a:lnTo>
                  <a:lnTo>
                    <a:pt x="126313" y="1264"/>
                  </a:lnTo>
                  <a:lnTo>
                    <a:pt x="126842" y="1264"/>
                  </a:lnTo>
                  <a:lnTo>
                    <a:pt x="108407" y="4857"/>
                  </a:lnTo>
                  <a:lnTo>
                    <a:pt x="73088" y="19431"/>
                  </a:lnTo>
                  <a:lnTo>
                    <a:pt x="42756" y="42748"/>
                  </a:lnTo>
                  <a:lnTo>
                    <a:pt x="19443" y="73075"/>
                  </a:lnTo>
                  <a:lnTo>
                    <a:pt x="4997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0818" y="275072"/>
                  </a:lnTo>
                  <a:lnTo>
                    <a:pt x="30156" y="308649"/>
                  </a:lnTo>
                  <a:lnTo>
                    <a:pt x="57110" y="335603"/>
                  </a:lnTo>
                  <a:lnTo>
                    <a:pt x="90325" y="354669"/>
                  </a:lnTo>
                  <a:lnTo>
                    <a:pt x="146164" y="365760"/>
                  </a:lnTo>
                  <a:lnTo>
                    <a:pt x="2642768" y="365391"/>
                  </a:lnTo>
                  <a:lnTo>
                    <a:pt x="2698605" y="354461"/>
                  </a:lnTo>
                  <a:lnTo>
                    <a:pt x="2731821" y="335246"/>
                  </a:lnTo>
                  <a:lnTo>
                    <a:pt x="2758776" y="308288"/>
                  </a:lnTo>
                  <a:lnTo>
                    <a:pt x="2777840" y="275072"/>
                  </a:lnTo>
                  <a:lnTo>
                    <a:pt x="2783805" y="257352"/>
                  </a:lnTo>
                  <a:lnTo>
                    <a:pt x="2783928" y="256987"/>
                  </a:lnTo>
                  <a:lnTo>
                    <a:pt x="2787583" y="238661"/>
                  </a:lnTo>
                  <a:lnTo>
                    <a:pt x="2787655" y="238298"/>
                  </a:lnTo>
                  <a:lnTo>
                    <a:pt x="2788896" y="219595"/>
                  </a:lnTo>
                  <a:lnTo>
                    <a:pt x="2788919" y="219240"/>
                  </a:lnTo>
                  <a:lnTo>
                    <a:pt x="2788564" y="146151"/>
                  </a:lnTo>
                  <a:lnTo>
                    <a:pt x="2777629" y="90314"/>
                  </a:lnTo>
                  <a:lnTo>
                    <a:pt x="2758413" y="57103"/>
                  </a:lnTo>
                  <a:lnTo>
                    <a:pt x="2731460" y="30145"/>
                  </a:lnTo>
                  <a:lnTo>
                    <a:pt x="2698244" y="11079"/>
                  </a:lnTo>
                  <a:lnTo>
                    <a:pt x="2661465" y="1264"/>
                  </a:lnTo>
                  <a:lnTo>
                    <a:pt x="264240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01235" y="37944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0" y="146151"/>
                  </a:moveTo>
                  <a:lnTo>
                    <a:pt x="1266" y="127091"/>
                  </a:lnTo>
                  <a:lnTo>
                    <a:pt x="4997" y="108399"/>
                  </a:lnTo>
                  <a:lnTo>
                    <a:pt x="19443" y="73075"/>
                  </a:lnTo>
                  <a:lnTo>
                    <a:pt x="42756" y="42748"/>
                  </a:lnTo>
                  <a:lnTo>
                    <a:pt x="73088" y="19431"/>
                  </a:lnTo>
                  <a:lnTo>
                    <a:pt x="108407" y="4857"/>
                  </a:lnTo>
                  <a:lnTo>
                    <a:pt x="146164" y="0"/>
                  </a:lnTo>
                  <a:lnTo>
                    <a:pt x="2642400" y="0"/>
                  </a:lnTo>
                  <a:lnTo>
                    <a:pt x="2698244" y="11079"/>
                  </a:lnTo>
                  <a:lnTo>
                    <a:pt x="2731460" y="30145"/>
                  </a:lnTo>
                  <a:lnTo>
                    <a:pt x="2758413" y="57103"/>
                  </a:lnTo>
                  <a:lnTo>
                    <a:pt x="2777629" y="90314"/>
                  </a:lnTo>
                  <a:lnTo>
                    <a:pt x="2788564" y="146151"/>
                  </a:lnTo>
                  <a:lnTo>
                    <a:pt x="2788919" y="219240"/>
                  </a:lnTo>
                  <a:lnTo>
                    <a:pt x="2787655" y="238298"/>
                  </a:lnTo>
                  <a:lnTo>
                    <a:pt x="2783928" y="256987"/>
                  </a:lnTo>
                  <a:lnTo>
                    <a:pt x="2769489" y="292315"/>
                  </a:lnTo>
                  <a:lnTo>
                    <a:pt x="2746176" y="322643"/>
                  </a:lnTo>
                  <a:lnTo>
                    <a:pt x="2715844" y="345960"/>
                  </a:lnTo>
                  <a:lnTo>
                    <a:pt x="2680520" y="360533"/>
                  </a:lnTo>
                  <a:lnTo>
                    <a:pt x="146164" y="365760"/>
                  </a:lnTo>
                  <a:lnTo>
                    <a:pt x="90325" y="354669"/>
                  </a:lnTo>
                  <a:lnTo>
                    <a:pt x="57110" y="335603"/>
                  </a:lnTo>
                  <a:lnTo>
                    <a:pt x="30156" y="308649"/>
                  </a:lnTo>
                  <a:lnTo>
                    <a:pt x="10940" y="275434"/>
                  </a:lnTo>
                  <a:lnTo>
                    <a:pt x="0" y="219595"/>
                  </a:lnTo>
                  <a:lnTo>
                    <a:pt x="0" y="146151"/>
                  </a:lnTo>
                  <a:close/>
                </a:path>
              </a:pathLst>
            </a:custGeom>
            <a:ln w="64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902464" y="3880701"/>
            <a:ext cx="3860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FFF"/>
                </a:solidFill>
                <a:latin typeface="Calibri"/>
                <a:cs typeface="Calibri"/>
              </a:rPr>
              <a:t>MIRAI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658042" y="4231436"/>
            <a:ext cx="2875915" cy="452120"/>
            <a:chOff x="4658042" y="4231436"/>
            <a:chExt cx="2875915" cy="452120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8042" y="4231436"/>
              <a:ext cx="2875318" cy="45180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701235" y="42516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2642400" y="0"/>
                  </a:moveTo>
                  <a:lnTo>
                    <a:pt x="146164" y="0"/>
                  </a:lnTo>
                  <a:lnTo>
                    <a:pt x="126313" y="1264"/>
                  </a:lnTo>
                  <a:lnTo>
                    <a:pt x="126842" y="1264"/>
                  </a:lnTo>
                  <a:lnTo>
                    <a:pt x="108407" y="4857"/>
                  </a:lnTo>
                  <a:lnTo>
                    <a:pt x="73088" y="19431"/>
                  </a:lnTo>
                  <a:lnTo>
                    <a:pt x="42756" y="42748"/>
                  </a:lnTo>
                  <a:lnTo>
                    <a:pt x="19443" y="73075"/>
                  </a:lnTo>
                  <a:lnTo>
                    <a:pt x="4997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0818" y="275072"/>
                  </a:lnTo>
                  <a:lnTo>
                    <a:pt x="30156" y="308649"/>
                  </a:lnTo>
                  <a:lnTo>
                    <a:pt x="57110" y="335603"/>
                  </a:lnTo>
                  <a:lnTo>
                    <a:pt x="90325" y="354669"/>
                  </a:lnTo>
                  <a:lnTo>
                    <a:pt x="146164" y="365760"/>
                  </a:lnTo>
                  <a:lnTo>
                    <a:pt x="2642768" y="365391"/>
                  </a:lnTo>
                  <a:lnTo>
                    <a:pt x="2698605" y="354461"/>
                  </a:lnTo>
                  <a:lnTo>
                    <a:pt x="2731821" y="335246"/>
                  </a:lnTo>
                  <a:lnTo>
                    <a:pt x="2758776" y="308288"/>
                  </a:lnTo>
                  <a:lnTo>
                    <a:pt x="2777840" y="275072"/>
                  </a:lnTo>
                  <a:lnTo>
                    <a:pt x="2783805" y="257352"/>
                  </a:lnTo>
                  <a:lnTo>
                    <a:pt x="2783928" y="256987"/>
                  </a:lnTo>
                  <a:lnTo>
                    <a:pt x="2787583" y="238661"/>
                  </a:lnTo>
                  <a:lnTo>
                    <a:pt x="2787655" y="238298"/>
                  </a:lnTo>
                  <a:lnTo>
                    <a:pt x="2788896" y="219595"/>
                  </a:lnTo>
                  <a:lnTo>
                    <a:pt x="2788919" y="219240"/>
                  </a:lnTo>
                  <a:lnTo>
                    <a:pt x="2788564" y="146151"/>
                  </a:lnTo>
                  <a:lnTo>
                    <a:pt x="2777629" y="90314"/>
                  </a:lnTo>
                  <a:lnTo>
                    <a:pt x="2758413" y="57103"/>
                  </a:lnTo>
                  <a:lnTo>
                    <a:pt x="2731460" y="30145"/>
                  </a:lnTo>
                  <a:lnTo>
                    <a:pt x="2698244" y="11079"/>
                  </a:lnTo>
                  <a:lnTo>
                    <a:pt x="2661465" y="1264"/>
                  </a:lnTo>
                  <a:lnTo>
                    <a:pt x="264240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01235" y="42516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0" y="146151"/>
                  </a:moveTo>
                  <a:lnTo>
                    <a:pt x="1266" y="127091"/>
                  </a:lnTo>
                  <a:lnTo>
                    <a:pt x="4997" y="108399"/>
                  </a:lnTo>
                  <a:lnTo>
                    <a:pt x="19443" y="73075"/>
                  </a:lnTo>
                  <a:lnTo>
                    <a:pt x="42756" y="42748"/>
                  </a:lnTo>
                  <a:lnTo>
                    <a:pt x="73088" y="19431"/>
                  </a:lnTo>
                  <a:lnTo>
                    <a:pt x="108407" y="4857"/>
                  </a:lnTo>
                  <a:lnTo>
                    <a:pt x="146164" y="0"/>
                  </a:lnTo>
                  <a:lnTo>
                    <a:pt x="2642400" y="0"/>
                  </a:lnTo>
                  <a:lnTo>
                    <a:pt x="2698244" y="11079"/>
                  </a:lnTo>
                  <a:lnTo>
                    <a:pt x="2731460" y="30145"/>
                  </a:lnTo>
                  <a:lnTo>
                    <a:pt x="2758413" y="57103"/>
                  </a:lnTo>
                  <a:lnTo>
                    <a:pt x="2777629" y="90314"/>
                  </a:lnTo>
                  <a:lnTo>
                    <a:pt x="2788564" y="146151"/>
                  </a:lnTo>
                  <a:lnTo>
                    <a:pt x="2788919" y="219240"/>
                  </a:lnTo>
                  <a:lnTo>
                    <a:pt x="2787655" y="238298"/>
                  </a:lnTo>
                  <a:lnTo>
                    <a:pt x="2783928" y="256987"/>
                  </a:lnTo>
                  <a:lnTo>
                    <a:pt x="2769489" y="292315"/>
                  </a:lnTo>
                  <a:lnTo>
                    <a:pt x="2746176" y="322643"/>
                  </a:lnTo>
                  <a:lnTo>
                    <a:pt x="2715844" y="345960"/>
                  </a:lnTo>
                  <a:lnTo>
                    <a:pt x="2680520" y="360533"/>
                  </a:lnTo>
                  <a:lnTo>
                    <a:pt x="146164" y="365760"/>
                  </a:lnTo>
                  <a:lnTo>
                    <a:pt x="90325" y="354669"/>
                  </a:lnTo>
                  <a:lnTo>
                    <a:pt x="57110" y="335603"/>
                  </a:lnTo>
                  <a:lnTo>
                    <a:pt x="30156" y="308649"/>
                  </a:lnTo>
                  <a:lnTo>
                    <a:pt x="10940" y="275434"/>
                  </a:lnTo>
                  <a:lnTo>
                    <a:pt x="0" y="219595"/>
                  </a:lnTo>
                  <a:lnTo>
                    <a:pt x="0" y="146151"/>
                  </a:lnTo>
                  <a:close/>
                </a:path>
              </a:pathLst>
            </a:custGeom>
            <a:ln w="64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80137" y="4337901"/>
            <a:ext cx="4305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FFF"/>
                </a:solidFill>
                <a:latin typeface="Calibri"/>
                <a:cs typeface="Calibri"/>
              </a:rPr>
              <a:t>RECON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658042" y="4688636"/>
            <a:ext cx="2875915" cy="452120"/>
            <a:chOff x="4658042" y="4688636"/>
            <a:chExt cx="2875915" cy="452120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8042" y="4688636"/>
              <a:ext cx="2875318" cy="45180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701235" y="47088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2642400" y="0"/>
                  </a:moveTo>
                  <a:lnTo>
                    <a:pt x="146164" y="0"/>
                  </a:lnTo>
                  <a:lnTo>
                    <a:pt x="126313" y="1264"/>
                  </a:lnTo>
                  <a:lnTo>
                    <a:pt x="126842" y="1264"/>
                  </a:lnTo>
                  <a:lnTo>
                    <a:pt x="108407" y="4857"/>
                  </a:lnTo>
                  <a:lnTo>
                    <a:pt x="73088" y="19431"/>
                  </a:lnTo>
                  <a:lnTo>
                    <a:pt x="42756" y="42748"/>
                  </a:lnTo>
                  <a:lnTo>
                    <a:pt x="19443" y="73075"/>
                  </a:lnTo>
                  <a:lnTo>
                    <a:pt x="4997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0818" y="275072"/>
                  </a:lnTo>
                  <a:lnTo>
                    <a:pt x="30156" y="308649"/>
                  </a:lnTo>
                  <a:lnTo>
                    <a:pt x="57110" y="335603"/>
                  </a:lnTo>
                  <a:lnTo>
                    <a:pt x="90325" y="354669"/>
                  </a:lnTo>
                  <a:lnTo>
                    <a:pt x="146164" y="365760"/>
                  </a:lnTo>
                  <a:lnTo>
                    <a:pt x="2642768" y="365391"/>
                  </a:lnTo>
                  <a:lnTo>
                    <a:pt x="2698605" y="354461"/>
                  </a:lnTo>
                  <a:lnTo>
                    <a:pt x="2731821" y="335246"/>
                  </a:lnTo>
                  <a:lnTo>
                    <a:pt x="2758776" y="308288"/>
                  </a:lnTo>
                  <a:lnTo>
                    <a:pt x="2777840" y="275072"/>
                  </a:lnTo>
                  <a:lnTo>
                    <a:pt x="2783805" y="257352"/>
                  </a:lnTo>
                  <a:lnTo>
                    <a:pt x="2783928" y="256987"/>
                  </a:lnTo>
                  <a:lnTo>
                    <a:pt x="2787583" y="238661"/>
                  </a:lnTo>
                  <a:lnTo>
                    <a:pt x="2787655" y="238298"/>
                  </a:lnTo>
                  <a:lnTo>
                    <a:pt x="2788896" y="219595"/>
                  </a:lnTo>
                  <a:lnTo>
                    <a:pt x="2788919" y="219240"/>
                  </a:lnTo>
                  <a:lnTo>
                    <a:pt x="2788564" y="146151"/>
                  </a:lnTo>
                  <a:lnTo>
                    <a:pt x="2777629" y="90314"/>
                  </a:lnTo>
                  <a:lnTo>
                    <a:pt x="2758413" y="57103"/>
                  </a:lnTo>
                  <a:lnTo>
                    <a:pt x="2731460" y="30145"/>
                  </a:lnTo>
                  <a:lnTo>
                    <a:pt x="2698244" y="11079"/>
                  </a:lnTo>
                  <a:lnTo>
                    <a:pt x="2661465" y="1264"/>
                  </a:lnTo>
                  <a:lnTo>
                    <a:pt x="264240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01235" y="47088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0" y="146151"/>
                  </a:moveTo>
                  <a:lnTo>
                    <a:pt x="1266" y="127091"/>
                  </a:lnTo>
                  <a:lnTo>
                    <a:pt x="4997" y="108399"/>
                  </a:lnTo>
                  <a:lnTo>
                    <a:pt x="19443" y="73075"/>
                  </a:lnTo>
                  <a:lnTo>
                    <a:pt x="42756" y="42748"/>
                  </a:lnTo>
                  <a:lnTo>
                    <a:pt x="73088" y="19431"/>
                  </a:lnTo>
                  <a:lnTo>
                    <a:pt x="108407" y="4857"/>
                  </a:lnTo>
                  <a:lnTo>
                    <a:pt x="146164" y="0"/>
                  </a:lnTo>
                  <a:lnTo>
                    <a:pt x="2642400" y="0"/>
                  </a:lnTo>
                  <a:lnTo>
                    <a:pt x="2698244" y="11079"/>
                  </a:lnTo>
                  <a:lnTo>
                    <a:pt x="2731460" y="30145"/>
                  </a:lnTo>
                  <a:lnTo>
                    <a:pt x="2758413" y="57103"/>
                  </a:lnTo>
                  <a:lnTo>
                    <a:pt x="2777629" y="90314"/>
                  </a:lnTo>
                  <a:lnTo>
                    <a:pt x="2788564" y="146151"/>
                  </a:lnTo>
                  <a:lnTo>
                    <a:pt x="2788919" y="219240"/>
                  </a:lnTo>
                  <a:lnTo>
                    <a:pt x="2787655" y="238298"/>
                  </a:lnTo>
                  <a:lnTo>
                    <a:pt x="2783928" y="256987"/>
                  </a:lnTo>
                  <a:lnTo>
                    <a:pt x="2769489" y="292315"/>
                  </a:lnTo>
                  <a:lnTo>
                    <a:pt x="2746176" y="322643"/>
                  </a:lnTo>
                  <a:lnTo>
                    <a:pt x="2715844" y="345960"/>
                  </a:lnTo>
                  <a:lnTo>
                    <a:pt x="2680520" y="360533"/>
                  </a:lnTo>
                  <a:lnTo>
                    <a:pt x="146164" y="365760"/>
                  </a:lnTo>
                  <a:lnTo>
                    <a:pt x="90325" y="354669"/>
                  </a:lnTo>
                  <a:lnTo>
                    <a:pt x="57110" y="335603"/>
                  </a:lnTo>
                  <a:lnTo>
                    <a:pt x="30156" y="308649"/>
                  </a:lnTo>
                  <a:lnTo>
                    <a:pt x="10940" y="275434"/>
                  </a:lnTo>
                  <a:lnTo>
                    <a:pt x="0" y="219595"/>
                  </a:lnTo>
                  <a:lnTo>
                    <a:pt x="0" y="146151"/>
                  </a:lnTo>
                  <a:close/>
                </a:path>
              </a:pathLst>
            </a:custGeom>
            <a:ln w="64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664860" y="4795101"/>
            <a:ext cx="859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DFFF"/>
                </a:solidFill>
                <a:latin typeface="Calibri"/>
                <a:cs typeface="Calibri"/>
              </a:rPr>
              <a:t>SPOOF</a:t>
            </a:r>
            <a:r>
              <a:rPr sz="1100" b="1" spc="-2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DFFF"/>
                </a:solidFill>
                <a:latin typeface="Calibri"/>
                <a:cs typeface="Calibri"/>
              </a:rPr>
              <a:t>/</a:t>
            </a:r>
            <a:r>
              <a:rPr sz="1100" b="1" spc="-20" dirty="0">
                <a:solidFill>
                  <a:srgbClr val="00DFFF"/>
                </a:solidFill>
                <a:latin typeface="Calibri"/>
                <a:cs typeface="Calibri"/>
              </a:rPr>
              <a:t> SCAN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658042" y="5145836"/>
            <a:ext cx="2875915" cy="452120"/>
            <a:chOff x="4658042" y="5145836"/>
            <a:chExt cx="2875915" cy="452120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8042" y="5145836"/>
              <a:ext cx="2875318" cy="45180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701235" y="51660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2642400" y="0"/>
                  </a:moveTo>
                  <a:lnTo>
                    <a:pt x="146164" y="0"/>
                  </a:lnTo>
                  <a:lnTo>
                    <a:pt x="126313" y="1264"/>
                  </a:lnTo>
                  <a:lnTo>
                    <a:pt x="126842" y="1264"/>
                  </a:lnTo>
                  <a:lnTo>
                    <a:pt x="108407" y="4857"/>
                  </a:lnTo>
                  <a:lnTo>
                    <a:pt x="73088" y="19431"/>
                  </a:lnTo>
                  <a:lnTo>
                    <a:pt x="42756" y="42748"/>
                  </a:lnTo>
                  <a:lnTo>
                    <a:pt x="19443" y="73075"/>
                  </a:lnTo>
                  <a:lnTo>
                    <a:pt x="4997" y="108399"/>
                  </a:lnTo>
                  <a:lnTo>
                    <a:pt x="0" y="146151"/>
                  </a:lnTo>
                  <a:lnTo>
                    <a:pt x="0" y="219595"/>
                  </a:lnTo>
                  <a:lnTo>
                    <a:pt x="10818" y="275072"/>
                  </a:lnTo>
                  <a:lnTo>
                    <a:pt x="30156" y="308649"/>
                  </a:lnTo>
                  <a:lnTo>
                    <a:pt x="57110" y="335603"/>
                  </a:lnTo>
                  <a:lnTo>
                    <a:pt x="90325" y="354669"/>
                  </a:lnTo>
                  <a:lnTo>
                    <a:pt x="146164" y="365760"/>
                  </a:lnTo>
                  <a:lnTo>
                    <a:pt x="2642768" y="365391"/>
                  </a:lnTo>
                  <a:lnTo>
                    <a:pt x="2698605" y="354461"/>
                  </a:lnTo>
                  <a:lnTo>
                    <a:pt x="2731821" y="335246"/>
                  </a:lnTo>
                  <a:lnTo>
                    <a:pt x="2758776" y="308288"/>
                  </a:lnTo>
                  <a:lnTo>
                    <a:pt x="2777840" y="275072"/>
                  </a:lnTo>
                  <a:lnTo>
                    <a:pt x="2783805" y="257352"/>
                  </a:lnTo>
                  <a:lnTo>
                    <a:pt x="2783928" y="256987"/>
                  </a:lnTo>
                  <a:lnTo>
                    <a:pt x="2787583" y="238661"/>
                  </a:lnTo>
                  <a:lnTo>
                    <a:pt x="2787655" y="238298"/>
                  </a:lnTo>
                  <a:lnTo>
                    <a:pt x="2788896" y="219595"/>
                  </a:lnTo>
                  <a:lnTo>
                    <a:pt x="2788919" y="219240"/>
                  </a:lnTo>
                  <a:lnTo>
                    <a:pt x="2788564" y="146151"/>
                  </a:lnTo>
                  <a:lnTo>
                    <a:pt x="2777629" y="90314"/>
                  </a:lnTo>
                  <a:lnTo>
                    <a:pt x="2758413" y="57103"/>
                  </a:lnTo>
                  <a:lnTo>
                    <a:pt x="2731460" y="30145"/>
                  </a:lnTo>
                  <a:lnTo>
                    <a:pt x="2698244" y="11079"/>
                  </a:lnTo>
                  <a:lnTo>
                    <a:pt x="2661465" y="1264"/>
                  </a:lnTo>
                  <a:lnTo>
                    <a:pt x="264240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01235" y="5166004"/>
              <a:ext cx="2788920" cy="365760"/>
            </a:xfrm>
            <a:custGeom>
              <a:avLst/>
              <a:gdLst/>
              <a:ahLst/>
              <a:cxnLst/>
              <a:rect l="l" t="t" r="r" b="b"/>
              <a:pathLst>
                <a:path w="2788920" h="365760">
                  <a:moveTo>
                    <a:pt x="0" y="146151"/>
                  </a:moveTo>
                  <a:lnTo>
                    <a:pt x="1266" y="127091"/>
                  </a:lnTo>
                  <a:lnTo>
                    <a:pt x="4997" y="108399"/>
                  </a:lnTo>
                  <a:lnTo>
                    <a:pt x="19443" y="73075"/>
                  </a:lnTo>
                  <a:lnTo>
                    <a:pt x="42756" y="42748"/>
                  </a:lnTo>
                  <a:lnTo>
                    <a:pt x="73088" y="19431"/>
                  </a:lnTo>
                  <a:lnTo>
                    <a:pt x="108407" y="4857"/>
                  </a:lnTo>
                  <a:lnTo>
                    <a:pt x="146164" y="0"/>
                  </a:lnTo>
                  <a:lnTo>
                    <a:pt x="2642400" y="0"/>
                  </a:lnTo>
                  <a:lnTo>
                    <a:pt x="2698244" y="11079"/>
                  </a:lnTo>
                  <a:lnTo>
                    <a:pt x="2731460" y="30145"/>
                  </a:lnTo>
                  <a:lnTo>
                    <a:pt x="2758413" y="57103"/>
                  </a:lnTo>
                  <a:lnTo>
                    <a:pt x="2777629" y="90314"/>
                  </a:lnTo>
                  <a:lnTo>
                    <a:pt x="2788564" y="146151"/>
                  </a:lnTo>
                  <a:lnTo>
                    <a:pt x="2788919" y="219240"/>
                  </a:lnTo>
                  <a:lnTo>
                    <a:pt x="2787655" y="238298"/>
                  </a:lnTo>
                  <a:lnTo>
                    <a:pt x="2783928" y="256987"/>
                  </a:lnTo>
                  <a:lnTo>
                    <a:pt x="2769489" y="292315"/>
                  </a:lnTo>
                  <a:lnTo>
                    <a:pt x="2746176" y="322643"/>
                  </a:lnTo>
                  <a:lnTo>
                    <a:pt x="2715844" y="345960"/>
                  </a:lnTo>
                  <a:lnTo>
                    <a:pt x="2680520" y="360533"/>
                  </a:lnTo>
                  <a:lnTo>
                    <a:pt x="146164" y="365760"/>
                  </a:lnTo>
                  <a:lnTo>
                    <a:pt x="90325" y="354669"/>
                  </a:lnTo>
                  <a:lnTo>
                    <a:pt x="57110" y="335603"/>
                  </a:lnTo>
                  <a:lnTo>
                    <a:pt x="30156" y="308649"/>
                  </a:lnTo>
                  <a:lnTo>
                    <a:pt x="10940" y="275434"/>
                  </a:lnTo>
                  <a:lnTo>
                    <a:pt x="0" y="219595"/>
                  </a:lnTo>
                  <a:lnTo>
                    <a:pt x="0" y="146151"/>
                  </a:lnTo>
                  <a:close/>
                </a:path>
              </a:pathLst>
            </a:custGeom>
            <a:ln w="647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946025" y="5252301"/>
            <a:ext cx="2990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00DFFF"/>
                </a:solidFill>
                <a:latin typeface="Calibri"/>
                <a:cs typeface="Calibri"/>
              </a:rPr>
              <a:t>WEB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175243" y="1622145"/>
            <a:ext cx="3613785" cy="4298950"/>
            <a:chOff x="8175243" y="1622145"/>
            <a:chExt cx="3613785" cy="4298950"/>
          </a:xfrm>
        </p:grpSpPr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5243" y="1622145"/>
              <a:ext cx="3613315" cy="429877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8221319" y="1645196"/>
              <a:ext cx="3521075" cy="4206875"/>
            </a:xfrm>
            <a:custGeom>
              <a:avLst/>
              <a:gdLst/>
              <a:ahLst/>
              <a:cxnLst/>
              <a:rect l="l" t="t" r="r" b="b"/>
              <a:pathLst>
                <a:path w="3521075" h="4206875">
                  <a:moveTo>
                    <a:pt x="211683" y="0"/>
                  </a:moveTo>
                  <a:lnTo>
                    <a:pt x="157005" y="7204"/>
                  </a:lnTo>
                  <a:lnTo>
                    <a:pt x="105841" y="28448"/>
                  </a:lnTo>
                  <a:lnTo>
                    <a:pt x="62188" y="61877"/>
                  </a:lnTo>
                  <a:lnTo>
                    <a:pt x="28803" y="105841"/>
                  </a:lnTo>
                  <a:lnTo>
                    <a:pt x="7559" y="156694"/>
                  </a:lnTo>
                  <a:lnTo>
                    <a:pt x="355" y="211327"/>
                  </a:lnTo>
                  <a:lnTo>
                    <a:pt x="0" y="3995280"/>
                  </a:lnTo>
                  <a:lnTo>
                    <a:pt x="1810" y="4022906"/>
                  </a:lnTo>
                  <a:lnTo>
                    <a:pt x="7197" y="4049958"/>
                  </a:lnTo>
                  <a:lnTo>
                    <a:pt x="16043" y="4075981"/>
                  </a:lnTo>
                  <a:lnTo>
                    <a:pt x="16094" y="4076131"/>
                  </a:lnTo>
                  <a:lnTo>
                    <a:pt x="43621" y="4123946"/>
                  </a:lnTo>
                  <a:lnTo>
                    <a:pt x="82661" y="4162886"/>
                  </a:lnTo>
                  <a:lnTo>
                    <a:pt x="130626" y="4190502"/>
                  </a:lnTo>
                  <a:lnTo>
                    <a:pt x="183701" y="4204795"/>
                  </a:lnTo>
                  <a:lnTo>
                    <a:pt x="211315" y="4206608"/>
                  </a:lnTo>
                  <a:lnTo>
                    <a:pt x="3309480" y="4206608"/>
                  </a:lnTo>
                  <a:lnTo>
                    <a:pt x="3364158" y="4199404"/>
                  </a:lnTo>
                  <a:lnTo>
                    <a:pt x="3415322" y="4178160"/>
                  </a:lnTo>
                  <a:lnTo>
                    <a:pt x="3458919" y="4144775"/>
                  </a:lnTo>
                  <a:lnTo>
                    <a:pt x="3492360" y="4100766"/>
                  </a:lnTo>
                  <a:lnTo>
                    <a:pt x="3504626" y="4076131"/>
                  </a:lnTo>
                  <a:lnTo>
                    <a:pt x="3504700" y="4075981"/>
                  </a:lnTo>
                  <a:lnTo>
                    <a:pt x="3513582" y="4049958"/>
                  </a:lnTo>
                  <a:lnTo>
                    <a:pt x="3518983" y="4022906"/>
                  </a:lnTo>
                  <a:lnTo>
                    <a:pt x="3520795" y="3995280"/>
                  </a:lnTo>
                  <a:lnTo>
                    <a:pt x="3520772" y="211327"/>
                  </a:lnTo>
                  <a:lnTo>
                    <a:pt x="3513597" y="157005"/>
                  </a:lnTo>
                  <a:lnTo>
                    <a:pt x="3492360" y="105841"/>
                  </a:lnTo>
                  <a:lnTo>
                    <a:pt x="3458925" y="62193"/>
                  </a:lnTo>
                  <a:lnTo>
                    <a:pt x="3414966" y="28803"/>
                  </a:lnTo>
                  <a:lnTo>
                    <a:pt x="3364114" y="7566"/>
                  </a:lnTo>
                  <a:lnTo>
                    <a:pt x="3309480" y="368"/>
                  </a:lnTo>
                  <a:lnTo>
                    <a:pt x="21168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21319" y="1645196"/>
              <a:ext cx="3521075" cy="4206875"/>
            </a:xfrm>
            <a:custGeom>
              <a:avLst/>
              <a:gdLst/>
              <a:ahLst/>
              <a:cxnLst/>
              <a:rect l="l" t="t" r="r" b="b"/>
              <a:pathLst>
                <a:path w="3521075" h="4206875">
                  <a:moveTo>
                    <a:pt x="355" y="211327"/>
                  </a:moveTo>
                  <a:lnTo>
                    <a:pt x="2168" y="183706"/>
                  </a:lnTo>
                  <a:lnTo>
                    <a:pt x="7559" y="156694"/>
                  </a:lnTo>
                  <a:lnTo>
                    <a:pt x="28803" y="105841"/>
                  </a:lnTo>
                  <a:lnTo>
                    <a:pt x="62188" y="61877"/>
                  </a:lnTo>
                  <a:lnTo>
                    <a:pt x="105841" y="28448"/>
                  </a:lnTo>
                  <a:lnTo>
                    <a:pt x="157005" y="7204"/>
                  </a:lnTo>
                  <a:lnTo>
                    <a:pt x="211683" y="0"/>
                  </a:lnTo>
                  <a:lnTo>
                    <a:pt x="3309480" y="368"/>
                  </a:lnTo>
                  <a:lnTo>
                    <a:pt x="3364114" y="7566"/>
                  </a:lnTo>
                  <a:lnTo>
                    <a:pt x="3414966" y="28803"/>
                  </a:lnTo>
                  <a:lnTo>
                    <a:pt x="3458925" y="62193"/>
                  </a:lnTo>
                  <a:lnTo>
                    <a:pt x="3492360" y="105841"/>
                  </a:lnTo>
                  <a:lnTo>
                    <a:pt x="3513597" y="157005"/>
                  </a:lnTo>
                  <a:lnTo>
                    <a:pt x="3520795" y="211683"/>
                  </a:lnTo>
                  <a:lnTo>
                    <a:pt x="3520795" y="3995280"/>
                  </a:lnTo>
                  <a:lnTo>
                    <a:pt x="3518985" y="4022901"/>
                  </a:lnTo>
                  <a:lnTo>
                    <a:pt x="3513597" y="4049914"/>
                  </a:lnTo>
                  <a:lnTo>
                    <a:pt x="3492360" y="4100766"/>
                  </a:lnTo>
                  <a:lnTo>
                    <a:pt x="3458970" y="4144730"/>
                  </a:lnTo>
                  <a:lnTo>
                    <a:pt x="3415322" y="4178160"/>
                  </a:lnTo>
                  <a:lnTo>
                    <a:pt x="3364158" y="4199404"/>
                  </a:lnTo>
                  <a:lnTo>
                    <a:pt x="3309480" y="4206608"/>
                  </a:lnTo>
                  <a:lnTo>
                    <a:pt x="211315" y="4206608"/>
                  </a:lnTo>
                  <a:lnTo>
                    <a:pt x="156692" y="4199404"/>
                  </a:lnTo>
                  <a:lnTo>
                    <a:pt x="105841" y="4178160"/>
                  </a:lnTo>
                  <a:lnTo>
                    <a:pt x="61875" y="4144775"/>
                  </a:lnTo>
                  <a:lnTo>
                    <a:pt x="28435" y="4101122"/>
                  </a:lnTo>
                  <a:lnTo>
                    <a:pt x="7197" y="4049958"/>
                  </a:lnTo>
                  <a:lnTo>
                    <a:pt x="0" y="3995280"/>
                  </a:lnTo>
                  <a:lnTo>
                    <a:pt x="355" y="21132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483295" y="1861464"/>
            <a:ext cx="4914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DFFF"/>
                </a:solidFill>
                <a:latin typeface="Calibri"/>
                <a:cs typeface="Calibri"/>
              </a:rPr>
              <a:t>STAGE</a:t>
            </a:r>
            <a:r>
              <a:rPr sz="1100" b="1" spc="-3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00D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483295" y="2227211"/>
            <a:ext cx="1892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Subclass</a:t>
            </a:r>
            <a:r>
              <a:rPr sz="2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classifier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483295" y="2730144"/>
            <a:ext cx="13106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9CB2CC"/>
                </a:solidFill>
                <a:latin typeface="Calibri"/>
                <a:cs typeface="Calibri"/>
              </a:rPr>
              <a:t>Specific</a:t>
            </a:r>
            <a:r>
              <a:rPr sz="1300" spc="-6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CB2CC"/>
                </a:solidFill>
                <a:latin typeface="Calibri"/>
                <a:cs typeface="Calibri"/>
              </a:rPr>
              <a:t>attack</a:t>
            </a:r>
            <a:r>
              <a:rPr sz="1300" spc="-6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9CB2CC"/>
                </a:solidFill>
                <a:latin typeface="Calibri"/>
                <a:cs typeface="Calibri"/>
              </a:rPr>
              <a:t>type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8541004" y="3450945"/>
            <a:ext cx="2882265" cy="1647189"/>
            <a:chOff x="8541004" y="3450945"/>
            <a:chExt cx="2882265" cy="1647189"/>
          </a:xfrm>
        </p:grpSpPr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41004" y="3450945"/>
              <a:ext cx="2881795" cy="164701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8587079" y="3473996"/>
              <a:ext cx="2789555" cy="1555115"/>
            </a:xfrm>
            <a:custGeom>
              <a:avLst/>
              <a:gdLst/>
              <a:ahLst/>
              <a:cxnLst/>
              <a:rect l="l" t="t" r="r" b="b"/>
              <a:pathLst>
                <a:path w="2789554" h="1555114">
                  <a:moveTo>
                    <a:pt x="78117" y="0"/>
                  </a:moveTo>
                  <a:lnTo>
                    <a:pt x="39243" y="10439"/>
                  </a:lnTo>
                  <a:lnTo>
                    <a:pt x="10795" y="38887"/>
                  </a:lnTo>
                  <a:lnTo>
                    <a:pt x="355" y="77762"/>
                  </a:lnTo>
                  <a:lnTo>
                    <a:pt x="0" y="1477086"/>
                  </a:lnTo>
                  <a:lnTo>
                    <a:pt x="668" y="1487260"/>
                  </a:lnTo>
                  <a:lnTo>
                    <a:pt x="16100" y="1524458"/>
                  </a:lnTo>
                  <a:lnTo>
                    <a:pt x="48042" y="1548922"/>
                  </a:lnTo>
                  <a:lnTo>
                    <a:pt x="77762" y="1554848"/>
                  </a:lnTo>
                  <a:lnTo>
                    <a:pt x="2711526" y="1554848"/>
                  </a:lnTo>
                  <a:lnTo>
                    <a:pt x="2750400" y="1544408"/>
                  </a:lnTo>
                  <a:lnTo>
                    <a:pt x="2778836" y="1515960"/>
                  </a:lnTo>
                  <a:lnTo>
                    <a:pt x="2789275" y="1477086"/>
                  </a:lnTo>
                  <a:lnTo>
                    <a:pt x="2789252" y="77762"/>
                  </a:lnTo>
                  <a:lnTo>
                    <a:pt x="2778836" y="39242"/>
                  </a:lnTo>
                  <a:lnTo>
                    <a:pt x="2750400" y="10807"/>
                  </a:lnTo>
                  <a:lnTo>
                    <a:pt x="2711526" y="368"/>
                  </a:lnTo>
                  <a:lnTo>
                    <a:pt x="78117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587079" y="3473996"/>
              <a:ext cx="2789555" cy="1555115"/>
            </a:xfrm>
            <a:custGeom>
              <a:avLst/>
              <a:gdLst/>
              <a:ahLst/>
              <a:cxnLst/>
              <a:rect l="l" t="t" r="r" b="b"/>
              <a:pathLst>
                <a:path w="2789554" h="1555114">
                  <a:moveTo>
                    <a:pt x="355" y="77762"/>
                  </a:moveTo>
                  <a:lnTo>
                    <a:pt x="1025" y="67587"/>
                  </a:lnTo>
                  <a:lnTo>
                    <a:pt x="3013" y="57648"/>
                  </a:lnTo>
                  <a:lnTo>
                    <a:pt x="23128" y="22772"/>
                  </a:lnTo>
                  <a:lnTo>
                    <a:pt x="58004" y="2657"/>
                  </a:lnTo>
                  <a:lnTo>
                    <a:pt x="78117" y="0"/>
                  </a:lnTo>
                  <a:lnTo>
                    <a:pt x="2711526" y="368"/>
                  </a:lnTo>
                  <a:lnTo>
                    <a:pt x="2750400" y="10807"/>
                  </a:lnTo>
                  <a:lnTo>
                    <a:pt x="2778836" y="39242"/>
                  </a:lnTo>
                  <a:lnTo>
                    <a:pt x="2789275" y="78117"/>
                  </a:lnTo>
                  <a:lnTo>
                    <a:pt x="2789275" y="1477086"/>
                  </a:lnTo>
                  <a:lnTo>
                    <a:pt x="2788607" y="1487260"/>
                  </a:lnTo>
                  <a:lnTo>
                    <a:pt x="2786622" y="1497199"/>
                  </a:lnTo>
                  <a:lnTo>
                    <a:pt x="2766509" y="1532075"/>
                  </a:lnTo>
                  <a:lnTo>
                    <a:pt x="2731639" y="1552190"/>
                  </a:lnTo>
                  <a:lnTo>
                    <a:pt x="2711526" y="1554848"/>
                  </a:lnTo>
                  <a:lnTo>
                    <a:pt x="77762" y="1554848"/>
                  </a:lnTo>
                  <a:lnTo>
                    <a:pt x="38874" y="1544408"/>
                  </a:lnTo>
                  <a:lnTo>
                    <a:pt x="10439" y="1515960"/>
                  </a:lnTo>
                  <a:lnTo>
                    <a:pt x="0" y="1477086"/>
                  </a:lnTo>
                  <a:lnTo>
                    <a:pt x="355" y="7776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9482658" y="3553104"/>
            <a:ext cx="9994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0DFFF"/>
                </a:solidFill>
                <a:latin typeface="Calibri"/>
                <a:cs typeface="Calibri"/>
              </a:rPr>
              <a:t>EXAMPLE</a:t>
            </a:r>
            <a:r>
              <a:rPr sz="1000" b="1" spc="1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0DFFF"/>
                </a:solidFill>
                <a:latin typeface="Calibri"/>
                <a:cs typeface="Calibri"/>
              </a:rPr>
              <a:t>OUTPUT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143542" y="3918864"/>
            <a:ext cx="1677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ourier New"/>
                <a:cs typeface="Courier New"/>
              </a:rPr>
              <a:t>DNS_SPOOFING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209417" y="4421784"/>
            <a:ext cx="154241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CB2CC"/>
                </a:solidFill>
                <a:latin typeface="Courier New"/>
                <a:cs typeface="Courier New"/>
              </a:rPr>
              <a:t>family:</a:t>
            </a:r>
            <a:r>
              <a:rPr sz="1100" spc="-65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ourier New"/>
                <a:cs typeface="Courier New"/>
              </a:rPr>
              <a:t>SPOOF_SCAN</a:t>
            </a: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100" dirty="0">
                <a:solidFill>
                  <a:srgbClr val="9CB2CC"/>
                </a:solidFill>
                <a:latin typeface="Courier New"/>
                <a:cs typeface="Courier New"/>
              </a:rPr>
              <a:t>stage1:</a:t>
            </a:r>
            <a:r>
              <a:rPr sz="1100" spc="-65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9CB2CC"/>
                </a:solidFill>
                <a:latin typeface="Courier New"/>
                <a:cs typeface="Courier New"/>
              </a:rPr>
              <a:t>ATTACK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62882" y="2502344"/>
            <a:ext cx="4253230" cy="156845"/>
            <a:chOff x="3962882" y="2502344"/>
            <a:chExt cx="4253230" cy="156845"/>
          </a:xfrm>
        </p:grpSpPr>
        <p:pic>
          <p:nvPicPr>
            <p:cNvPr id="70" name="object 7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62882" y="2502344"/>
              <a:ext cx="366839" cy="15626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015435" y="2560320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202679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213085" y="252215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69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49082" y="2502344"/>
              <a:ext cx="366839" cy="15626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901635" y="2560320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>
                  <a:moveTo>
                    <a:pt x="0" y="0"/>
                  </a:moveTo>
                  <a:lnTo>
                    <a:pt x="202679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99285" y="252215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69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724184" y="6342024"/>
            <a:ext cx="27444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Each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stage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solves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an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easier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sub-problem.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584" y="398411"/>
            <a:ext cx="63595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Hierarchical</a:t>
            </a:r>
            <a:r>
              <a:rPr sz="3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3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wins</a:t>
            </a:r>
            <a:r>
              <a:rPr sz="3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0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30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Calibri"/>
                <a:cs typeface="Calibri"/>
              </a:rPr>
              <a:t>metric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82795" y="2167547"/>
            <a:ext cx="3025775" cy="2293620"/>
            <a:chOff x="4582795" y="2167547"/>
            <a:chExt cx="3025775" cy="22936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2795" y="2167547"/>
              <a:ext cx="3025444" cy="229356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32121" y="2193836"/>
              <a:ext cx="2926715" cy="2195195"/>
            </a:xfrm>
            <a:custGeom>
              <a:avLst/>
              <a:gdLst/>
              <a:ahLst/>
              <a:cxnLst/>
              <a:rect l="l" t="t" r="r" b="b"/>
              <a:pathLst>
                <a:path w="2926715" h="2195195">
                  <a:moveTo>
                    <a:pt x="110159" y="0"/>
                  </a:moveTo>
                  <a:lnTo>
                    <a:pt x="68088" y="8358"/>
                  </a:lnTo>
                  <a:lnTo>
                    <a:pt x="32534" y="32224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14757" y="2140204"/>
                  </a:lnTo>
                  <a:lnTo>
                    <a:pt x="43009" y="2172145"/>
                  </a:lnTo>
                  <a:lnTo>
                    <a:pt x="81360" y="2191191"/>
                  </a:lnTo>
                  <a:lnTo>
                    <a:pt x="109804" y="2194928"/>
                  </a:lnTo>
                  <a:lnTo>
                    <a:pt x="2816644" y="2194928"/>
                  </a:lnTo>
                  <a:lnTo>
                    <a:pt x="2858708" y="2186570"/>
                  </a:lnTo>
                  <a:lnTo>
                    <a:pt x="2894213" y="2162748"/>
                  </a:lnTo>
                  <a:lnTo>
                    <a:pt x="2918007" y="2127195"/>
                  </a:lnTo>
                  <a:lnTo>
                    <a:pt x="2926435" y="2085124"/>
                  </a:lnTo>
                  <a:lnTo>
                    <a:pt x="2926412" y="109804"/>
                  </a:lnTo>
                  <a:lnTo>
                    <a:pt x="2918082" y="68095"/>
                  </a:lnTo>
                  <a:lnTo>
                    <a:pt x="2894217" y="32535"/>
                  </a:lnTo>
                  <a:lnTo>
                    <a:pt x="2858552" y="8721"/>
                  </a:lnTo>
                  <a:lnTo>
                    <a:pt x="281664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32121" y="2193836"/>
              <a:ext cx="2926715" cy="2195195"/>
            </a:xfrm>
            <a:custGeom>
              <a:avLst/>
              <a:gdLst/>
              <a:ahLst/>
              <a:cxnLst/>
              <a:rect l="l" t="t" r="r" b="b"/>
              <a:pathLst>
                <a:path w="2926715" h="2195195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1"/>
                  </a:lnTo>
                  <a:lnTo>
                    <a:pt x="55079" y="14770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816644" y="368"/>
                  </a:lnTo>
                  <a:lnTo>
                    <a:pt x="2858552" y="8721"/>
                  </a:lnTo>
                  <a:lnTo>
                    <a:pt x="2894217" y="32535"/>
                  </a:lnTo>
                  <a:lnTo>
                    <a:pt x="2918082" y="68095"/>
                  </a:lnTo>
                  <a:lnTo>
                    <a:pt x="2926435" y="110159"/>
                  </a:lnTo>
                  <a:lnTo>
                    <a:pt x="2926435" y="2085124"/>
                  </a:lnTo>
                  <a:lnTo>
                    <a:pt x="2925495" y="2099548"/>
                  </a:lnTo>
                  <a:lnTo>
                    <a:pt x="2922700" y="2113567"/>
                  </a:lnTo>
                  <a:lnTo>
                    <a:pt x="2903663" y="2151917"/>
                  </a:lnTo>
                  <a:lnTo>
                    <a:pt x="2871724" y="2180158"/>
                  </a:lnTo>
                  <a:lnTo>
                    <a:pt x="2831067" y="2193988"/>
                  </a:lnTo>
                  <a:lnTo>
                    <a:pt x="281664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18" y="2162748"/>
                  </a:lnTo>
                  <a:lnTo>
                    <a:pt x="8352" y="2127195"/>
                  </a:lnTo>
                  <a:lnTo>
                    <a:pt x="0" y="2085124"/>
                  </a:lnTo>
                  <a:lnTo>
                    <a:pt x="355" y="109804"/>
                  </a:lnTo>
                  <a:close/>
                </a:path>
              </a:pathLst>
            </a:custGeom>
            <a:ln w="1907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8622" y="2517013"/>
            <a:ext cx="171259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10" dirty="0">
                <a:solidFill>
                  <a:srgbClr val="00DFFF"/>
                </a:solidFill>
              </a:rPr>
              <a:t>0.724</a:t>
            </a:r>
            <a:endParaRPr sz="5800"/>
          </a:p>
        </p:txBody>
      </p:sp>
      <p:sp>
        <p:nvSpPr>
          <p:cNvPr id="8" name="object 8"/>
          <p:cNvSpPr txBox="1"/>
          <p:nvPr/>
        </p:nvSpPr>
        <p:spPr>
          <a:xfrm>
            <a:off x="5691860" y="3461664"/>
            <a:ext cx="807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Macro</a:t>
            </a:r>
            <a:r>
              <a:rPr sz="16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F1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3938" y="3873131"/>
            <a:ext cx="1181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0DFFF"/>
                </a:solidFill>
                <a:latin typeface="Calibri"/>
                <a:cs typeface="Calibri"/>
              </a:rPr>
              <a:t>Hierarchical</a:t>
            </a:r>
            <a:r>
              <a:rPr sz="120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DFFF"/>
                </a:solidFill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4715" y="2172220"/>
            <a:ext cx="3199130" cy="2284095"/>
            <a:chOff x="594715" y="2172220"/>
            <a:chExt cx="3199130" cy="228409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715" y="2172220"/>
              <a:ext cx="3198596" cy="22838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9356" y="2193836"/>
              <a:ext cx="3109595" cy="2195195"/>
            </a:xfrm>
            <a:custGeom>
              <a:avLst/>
              <a:gdLst/>
              <a:ahLst/>
              <a:cxnLst/>
              <a:rect l="l" t="t" r="r" b="b"/>
              <a:pathLst>
                <a:path w="3109595" h="21951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3736" y="2113611"/>
                  </a:lnTo>
                  <a:lnTo>
                    <a:pt x="8307" y="2127045"/>
                  </a:lnTo>
                  <a:lnTo>
                    <a:pt x="8358" y="2127195"/>
                  </a:lnTo>
                  <a:lnTo>
                    <a:pt x="14770" y="2140204"/>
                  </a:lnTo>
                  <a:lnTo>
                    <a:pt x="22686" y="2151917"/>
                  </a:lnTo>
                  <a:lnTo>
                    <a:pt x="22788" y="2152067"/>
                  </a:lnTo>
                  <a:lnTo>
                    <a:pt x="55079" y="2180158"/>
                  </a:lnTo>
                  <a:lnTo>
                    <a:pt x="95379" y="2193988"/>
                  </a:lnTo>
                  <a:lnTo>
                    <a:pt x="109804" y="2194928"/>
                  </a:lnTo>
                  <a:lnTo>
                    <a:pt x="2999524" y="2194928"/>
                  </a:lnTo>
                  <a:lnTo>
                    <a:pt x="3041595" y="2186570"/>
                  </a:lnTo>
                  <a:lnTo>
                    <a:pt x="3077097" y="2162748"/>
                  </a:lnTo>
                  <a:lnTo>
                    <a:pt x="3100894" y="2127195"/>
                  </a:lnTo>
                  <a:lnTo>
                    <a:pt x="3100970" y="2127045"/>
                  </a:lnTo>
                  <a:lnTo>
                    <a:pt x="3105576" y="2113611"/>
                  </a:lnTo>
                  <a:lnTo>
                    <a:pt x="3108387" y="2099554"/>
                  </a:lnTo>
                  <a:lnTo>
                    <a:pt x="3109328" y="2085124"/>
                  </a:lnTo>
                  <a:lnTo>
                    <a:pt x="3109305" y="109804"/>
                  </a:lnTo>
                  <a:lnTo>
                    <a:pt x="3100970" y="68095"/>
                  </a:lnTo>
                  <a:lnTo>
                    <a:pt x="3077103" y="32535"/>
                  </a:lnTo>
                  <a:lnTo>
                    <a:pt x="3041445" y="8721"/>
                  </a:lnTo>
                  <a:lnTo>
                    <a:pt x="2999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356" y="2193836"/>
              <a:ext cx="3109595" cy="2195195"/>
            </a:xfrm>
            <a:custGeom>
              <a:avLst/>
              <a:gdLst/>
              <a:ahLst/>
              <a:cxnLst/>
              <a:rect l="l" t="t" r="r" b="b"/>
              <a:pathLst>
                <a:path w="3109595" h="219519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999524" y="368"/>
                  </a:lnTo>
                  <a:lnTo>
                    <a:pt x="3041445" y="8721"/>
                  </a:lnTo>
                  <a:lnTo>
                    <a:pt x="3077103" y="32535"/>
                  </a:lnTo>
                  <a:lnTo>
                    <a:pt x="3100970" y="68095"/>
                  </a:lnTo>
                  <a:lnTo>
                    <a:pt x="3109328" y="110159"/>
                  </a:lnTo>
                  <a:lnTo>
                    <a:pt x="3109328" y="2085124"/>
                  </a:lnTo>
                  <a:lnTo>
                    <a:pt x="3108388" y="2099548"/>
                  </a:lnTo>
                  <a:lnTo>
                    <a:pt x="3105591" y="2113567"/>
                  </a:lnTo>
                  <a:lnTo>
                    <a:pt x="3086545" y="2151917"/>
                  </a:lnTo>
                  <a:lnTo>
                    <a:pt x="3054604" y="2180158"/>
                  </a:lnTo>
                  <a:lnTo>
                    <a:pt x="3013954" y="2193988"/>
                  </a:lnTo>
                  <a:lnTo>
                    <a:pt x="299952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4" y="2162748"/>
                  </a:lnTo>
                  <a:lnTo>
                    <a:pt x="8358" y="2127195"/>
                  </a:lnTo>
                  <a:lnTo>
                    <a:pt x="0" y="2085124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94904" y="2638704"/>
            <a:ext cx="159639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solidFill>
                  <a:srgbClr val="FFFFFF"/>
                </a:solidFill>
                <a:latin typeface="Calibri"/>
                <a:cs typeface="Calibri"/>
              </a:rPr>
              <a:t>0.783</a:t>
            </a:r>
            <a:endParaRPr sz="54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1440"/>
              </a:spcBef>
            </a:pPr>
            <a:r>
              <a:rPr sz="15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94115" y="2168982"/>
            <a:ext cx="3205480" cy="2290445"/>
            <a:chOff x="8394115" y="2168982"/>
            <a:chExt cx="3205480" cy="229044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4115" y="2168982"/>
              <a:ext cx="3205086" cy="229034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441994" y="2193836"/>
              <a:ext cx="3109595" cy="2195195"/>
            </a:xfrm>
            <a:custGeom>
              <a:avLst/>
              <a:gdLst/>
              <a:ahLst/>
              <a:cxnLst/>
              <a:rect l="l" t="t" r="r" b="b"/>
              <a:pathLst>
                <a:path w="3109595" h="219519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2085124"/>
                  </a:lnTo>
                  <a:lnTo>
                    <a:pt x="939" y="2099554"/>
                  </a:lnTo>
                  <a:lnTo>
                    <a:pt x="3736" y="2113611"/>
                  </a:lnTo>
                  <a:lnTo>
                    <a:pt x="8307" y="2127045"/>
                  </a:lnTo>
                  <a:lnTo>
                    <a:pt x="8358" y="2127195"/>
                  </a:lnTo>
                  <a:lnTo>
                    <a:pt x="32224" y="2162748"/>
                  </a:lnTo>
                  <a:lnTo>
                    <a:pt x="67882" y="2186570"/>
                  </a:lnTo>
                  <a:lnTo>
                    <a:pt x="109804" y="2194928"/>
                  </a:lnTo>
                  <a:lnTo>
                    <a:pt x="2999524" y="2194928"/>
                  </a:lnTo>
                  <a:lnTo>
                    <a:pt x="3041595" y="2186570"/>
                  </a:lnTo>
                  <a:lnTo>
                    <a:pt x="3077099" y="2162748"/>
                  </a:lnTo>
                  <a:lnTo>
                    <a:pt x="3100900" y="2127195"/>
                  </a:lnTo>
                  <a:lnTo>
                    <a:pt x="3109328" y="2085124"/>
                  </a:lnTo>
                  <a:lnTo>
                    <a:pt x="3109305" y="109804"/>
                  </a:lnTo>
                  <a:lnTo>
                    <a:pt x="3100975" y="68095"/>
                  </a:lnTo>
                  <a:lnTo>
                    <a:pt x="3077105" y="32535"/>
                  </a:lnTo>
                  <a:lnTo>
                    <a:pt x="3041445" y="8721"/>
                  </a:lnTo>
                  <a:lnTo>
                    <a:pt x="299952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41994" y="2193836"/>
              <a:ext cx="3109595" cy="2195195"/>
            </a:xfrm>
            <a:custGeom>
              <a:avLst/>
              <a:gdLst/>
              <a:ahLst/>
              <a:cxnLst/>
              <a:rect l="l" t="t" r="r" b="b"/>
              <a:pathLst>
                <a:path w="3109595" h="219519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2999524" y="368"/>
                  </a:lnTo>
                  <a:lnTo>
                    <a:pt x="3041445" y="8721"/>
                  </a:lnTo>
                  <a:lnTo>
                    <a:pt x="3077105" y="32535"/>
                  </a:lnTo>
                  <a:lnTo>
                    <a:pt x="3100975" y="68095"/>
                  </a:lnTo>
                  <a:lnTo>
                    <a:pt x="3109328" y="110159"/>
                  </a:lnTo>
                  <a:lnTo>
                    <a:pt x="3109328" y="2085124"/>
                  </a:lnTo>
                  <a:lnTo>
                    <a:pt x="3108388" y="2099548"/>
                  </a:lnTo>
                  <a:lnTo>
                    <a:pt x="3105592" y="2113567"/>
                  </a:lnTo>
                  <a:lnTo>
                    <a:pt x="3086550" y="2151917"/>
                  </a:lnTo>
                  <a:lnTo>
                    <a:pt x="3054604" y="2180158"/>
                  </a:lnTo>
                  <a:lnTo>
                    <a:pt x="3013954" y="2193988"/>
                  </a:lnTo>
                  <a:lnTo>
                    <a:pt x="2999524" y="2194928"/>
                  </a:lnTo>
                  <a:lnTo>
                    <a:pt x="109804" y="2194928"/>
                  </a:lnTo>
                  <a:lnTo>
                    <a:pt x="67882" y="2186570"/>
                  </a:lnTo>
                  <a:lnTo>
                    <a:pt x="32224" y="2162748"/>
                  </a:lnTo>
                  <a:lnTo>
                    <a:pt x="8358" y="2127195"/>
                  </a:lnTo>
                  <a:lnTo>
                    <a:pt x="0" y="2085124"/>
                  </a:lnTo>
                  <a:lnTo>
                    <a:pt x="368" y="109804"/>
                  </a:lnTo>
                  <a:close/>
                </a:path>
              </a:pathLst>
            </a:custGeom>
            <a:ln w="15839">
              <a:solidFill>
                <a:srgbClr val="FFA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1115" y="2634462"/>
              <a:ext cx="811085" cy="7193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631082" y="2651404"/>
              <a:ext cx="731520" cy="640080"/>
            </a:xfrm>
            <a:custGeom>
              <a:avLst/>
              <a:gdLst/>
              <a:ahLst/>
              <a:cxnLst/>
              <a:rect l="l" t="t" r="r" b="b"/>
              <a:pathLst>
                <a:path w="731520" h="640079">
                  <a:moveTo>
                    <a:pt x="731151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365760" y="639711"/>
                  </a:lnTo>
                  <a:lnTo>
                    <a:pt x="731151" y="639711"/>
                  </a:lnTo>
                  <a:lnTo>
                    <a:pt x="731151" y="0"/>
                  </a:lnTo>
                  <a:close/>
                </a:path>
              </a:pathLst>
            </a:custGeom>
            <a:solidFill>
              <a:srgbClr val="FFA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9715" y="3274910"/>
              <a:ext cx="353885" cy="3078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859682" y="3291839"/>
              <a:ext cx="274320" cy="228600"/>
            </a:xfrm>
            <a:custGeom>
              <a:avLst/>
              <a:gdLst/>
              <a:ahLst/>
              <a:cxnLst/>
              <a:rect l="l" t="t" r="r" b="b"/>
              <a:pathLst>
                <a:path w="274320" h="228600">
                  <a:moveTo>
                    <a:pt x="273951" y="0"/>
                  </a:moveTo>
                  <a:lnTo>
                    <a:pt x="0" y="0"/>
                  </a:lnTo>
                  <a:lnTo>
                    <a:pt x="0" y="228244"/>
                  </a:lnTo>
                  <a:lnTo>
                    <a:pt x="137160" y="228244"/>
                  </a:lnTo>
                  <a:lnTo>
                    <a:pt x="273951" y="228244"/>
                  </a:lnTo>
                  <a:lnTo>
                    <a:pt x="273951" y="0"/>
                  </a:lnTo>
                  <a:close/>
                </a:path>
              </a:pathLst>
            </a:custGeom>
            <a:solidFill>
              <a:srgbClr val="FFA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99675" y="3503510"/>
              <a:ext cx="993965" cy="21636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539642" y="3520439"/>
              <a:ext cx="914400" cy="137160"/>
            </a:xfrm>
            <a:custGeom>
              <a:avLst/>
              <a:gdLst/>
              <a:ahLst/>
              <a:cxnLst/>
              <a:rect l="l" t="t" r="r" b="b"/>
              <a:pathLst>
                <a:path w="914400" h="137160">
                  <a:moveTo>
                    <a:pt x="914031" y="0"/>
                  </a:moveTo>
                  <a:lnTo>
                    <a:pt x="0" y="0"/>
                  </a:lnTo>
                  <a:lnTo>
                    <a:pt x="0" y="136804"/>
                  </a:lnTo>
                  <a:lnTo>
                    <a:pt x="457200" y="136804"/>
                  </a:lnTo>
                  <a:lnTo>
                    <a:pt x="914031" y="136804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FFA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308782" y="3690264"/>
            <a:ext cx="137604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80"/>
              </a:lnSpc>
              <a:spcBef>
                <a:spcPts val="100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2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endParaRPr sz="2200">
              <a:latin typeface="Calibri"/>
              <a:cs typeface="Calibri"/>
            </a:endParaRPr>
          </a:p>
          <a:p>
            <a:pPr marL="15875">
              <a:lnSpc>
                <a:spcPts val="1380"/>
              </a:lnSpc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across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all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four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models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69035" y="5052936"/>
            <a:ext cx="10422890" cy="1506855"/>
            <a:chOff x="869035" y="5052936"/>
            <a:chExt cx="10422890" cy="150685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035" y="5052936"/>
              <a:ext cx="10422356" cy="150662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13676" y="5074564"/>
              <a:ext cx="10333355" cy="1417955"/>
            </a:xfrm>
            <a:custGeom>
              <a:avLst/>
              <a:gdLst/>
              <a:ahLst/>
              <a:cxnLst/>
              <a:rect l="l" t="t" r="r" b="b"/>
              <a:pathLst>
                <a:path w="10333355" h="1417954">
                  <a:moveTo>
                    <a:pt x="71285" y="0"/>
                  </a:moveTo>
                  <a:lnTo>
                    <a:pt x="28105" y="14830"/>
                  </a:lnTo>
                  <a:lnTo>
                    <a:pt x="2752" y="52466"/>
                  </a:lnTo>
                  <a:lnTo>
                    <a:pt x="0" y="1346758"/>
                  </a:lnTo>
                  <a:lnTo>
                    <a:pt x="607" y="1356123"/>
                  </a:lnTo>
                  <a:lnTo>
                    <a:pt x="14735" y="1389782"/>
                  </a:lnTo>
                  <a:lnTo>
                    <a:pt x="14840" y="1389938"/>
                  </a:lnTo>
                  <a:lnTo>
                    <a:pt x="52474" y="1415291"/>
                  </a:lnTo>
                  <a:lnTo>
                    <a:pt x="70929" y="1417675"/>
                  </a:lnTo>
                  <a:lnTo>
                    <a:pt x="10262158" y="1417675"/>
                  </a:lnTo>
                  <a:lnTo>
                    <a:pt x="10305349" y="1402845"/>
                  </a:lnTo>
                  <a:lnTo>
                    <a:pt x="10330688" y="1365253"/>
                  </a:lnTo>
                  <a:lnTo>
                    <a:pt x="10333088" y="1346758"/>
                  </a:lnTo>
                  <a:lnTo>
                    <a:pt x="10333065" y="70916"/>
                  </a:lnTo>
                  <a:lnTo>
                    <a:pt x="10318247" y="28092"/>
                  </a:lnTo>
                  <a:lnTo>
                    <a:pt x="10280613" y="2740"/>
                  </a:lnTo>
                  <a:lnTo>
                    <a:pt x="10262158" y="355"/>
                  </a:lnTo>
                  <a:lnTo>
                    <a:pt x="71285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3676" y="5074564"/>
              <a:ext cx="10333355" cy="1417955"/>
            </a:xfrm>
            <a:custGeom>
              <a:avLst/>
              <a:gdLst/>
              <a:ahLst/>
              <a:cxnLst/>
              <a:rect l="l" t="t" r="r" b="b"/>
              <a:pathLst>
                <a:path w="10333355" h="1417954">
                  <a:moveTo>
                    <a:pt x="368" y="70916"/>
                  </a:moveTo>
                  <a:lnTo>
                    <a:pt x="969" y="61557"/>
                  </a:lnTo>
                  <a:lnTo>
                    <a:pt x="2752" y="52466"/>
                  </a:lnTo>
                  <a:lnTo>
                    <a:pt x="28105" y="14830"/>
                  </a:lnTo>
                  <a:lnTo>
                    <a:pt x="71285" y="0"/>
                  </a:lnTo>
                  <a:lnTo>
                    <a:pt x="10262158" y="355"/>
                  </a:lnTo>
                  <a:lnTo>
                    <a:pt x="10305188" y="15030"/>
                  </a:lnTo>
                  <a:lnTo>
                    <a:pt x="10330657" y="52778"/>
                  </a:lnTo>
                  <a:lnTo>
                    <a:pt x="10333088" y="71272"/>
                  </a:lnTo>
                  <a:lnTo>
                    <a:pt x="10333088" y="1346758"/>
                  </a:lnTo>
                  <a:lnTo>
                    <a:pt x="10332486" y="1356118"/>
                  </a:lnTo>
                  <a:lnTo>
                    <a:pt x="10330703" y="1365208"/>
                  </a:lnTo>
                  <a:lnTo>
                    <a:pt x="10305349" y="1402845"/>
                  </a:lnTo>
                  <a:lnTo>
                    <a:pt x="10262158" y="1417675"/>
                  </a:lnTo>
                  <a:lnTo>
                    <a:pt x="70929" y="1417675"/>
                  </a:lnTo>
                  <a:lnTo>
                    <a:pt x="27900" y="1403001"/>
                  </a:lnTo>
                  <a:lnTo>
                    <a:pt x="2430" y="1365253"/>
                  </a:lnTo>
                  <a:lnTo>
                    <a:pt x="0" y="1346758"/>
                  </a:lnTo>
                  <a:lnTo>
                    <a:pt x="368" y="70916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75664" y="5199024"/>
            <a:ext cx="1138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100" b="1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r>
              <a:rPr sz="1100" b="1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9CB2CC"/>
                </a:solidFill>
                <a:latin typeface="Calibri"/>
                <a:cs typeface="Calibri"/>
              </a:rPr>
              <a:t>by</a:t>
            </a:r>
            <a:r>
              <a:rPr sz="1100" b="1" spc="-10" dirty="0">
                <a:solidFill>
                  <a:srgbClr val="9CB2CC"/>
                </a:solidFill>
                <a:latin typeface="Calibri"/>
                <a:cs typeface="Calibri"/>
              </a:rPr>
              <a:t> model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245677" y="5560910"/>
            <a:ext cx="5394960" cy="243840"/>
            <a:chOff x="2245677" y="5560910"/>
            <a:chExt cx="5394960" cy="243840"/>
          </a:xfrm>
        </p:grpSpPr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45677" y="5560910"/>
              <a:ext cx="5394604" cy="2437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285644" y="5577840"/>
              <a:ext cx="5314950" cy="164465"/>
            </a:xfrm>
            <a:custGeom>
              <a:avLst/>
              <a:gdLst/>
              <a:ahLst/>
              <a:cxnLst/>
              <a:rect l="l" t="t" r="r" b="b"/>
              <a:pathLst>
                <a:path w="5314950" h="164464">
                  <a:moveTo>
                    <a:pt x="5314670" y="0"/>
                  </a:moveTo>
                  <a:lnTo>
                    <a:pt x="0" y="0"/>
                  </a:lnTo>
                  <a:lnTo>
                    <a:pt x="0" y="164160"/>
                  </a:lnTo>
                  <a:lnTo>
                    <a:pt x="2657513" y="164160"/>
                  </a:lnTo>
                  <a:lnTo>
                    <a:pt x="5314670" y="164160"/>
                  </a:lnTo>
                  <a:lnTo>
                    <a:pt x="5314670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61058" y="5580265"/>
            <a:ext cx="314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0.500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45677" y="5780506"/>
            <a:ext cx="5926455" cy="243840"/>
            <a:chOff x="2245677" y="5780506"/>
            <a:chExt cx="5926455" cy="243840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45677" y="5780506"/>
              <a:ext cx="5925959" cy="24373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285644" y="5797435"/>
              <a:ext cx="5846445" cy="164465"/>
            </a:xfrm>
            <a:custGeom>
              <a:avLst/>
              <a:gdLst/>
              <a:ahLst/>
              <a:cxnLst/>
              <a:rect l="l" t="t" r="r" b="b"/>
              <a:pathLst>
                <a:path w="5846445" h="164464">
                  <a:moveTo>
                    <a:pt x="5846038" y="0"/>
                  </a:moveTo>
                  <a:lnTo>
                    <a:pt x="0" y="0"/>
                  </a:lnTo>
                  <a:lnTo>
                    <a:pt x="0" y="164160"/>
                  </a:lnTo>
                  <a:lnTo>
                    <a:pt x="2923197" y="164160"/>
                  </a:lnTo>
                  <a:lnTo>
                    <a:pt x="5846038" y="164160"/>
                  </a:lnTo>
                  <a:lnTo>
                    <a:pt x="5846038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192414" y="5799861"/>
            <a:ext cx="314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0.550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246045" y="5999746"/>
            <a:ext cx="7201534" cy="243840"/>
            <a:chOff x="2246045" y="5999746"/>
            <a:chExt cx="7201534" cy="243840"/>
          </a:xfrm>
        </p:grpSpPr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6045" y="5999746"/>
              <a:ext cx="7201446" cy="24373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286000" y="6016675"/>
              <a:ext cx="7121525" cy="164465"/>
            </a:xfrm>
            <a:custGeom>
              <a:avLst/>
              <a:gdLst/>
              <a:ahLst/>
              <a:cxnLst/>
              <a:rect l="l" t="t" r="r" b="b"/>
              <a:pathLst>
                <a:path w="7121525" h="164464">
                  <a:moveTo>
                    <a:pt x="7121525" y="0"/>
                  </a:moveTo>
                  <a:lnTo>
                    <a:pt x="0" y="0"/>
                  </a:lnTo>
                  <a:lnTo>
                    <a:pt x="0" y="164160"/>
                  </a:lnTo>
                  <a:lnTo>
                    <a:pt x="3560762" y="164160"/>
                  </a:lnTo>
                  <a:lnTo>
                    <a:pt x="7121525" y="164160"/>
                  </a:lnTo>
                  <a:lnTo>
                    <a:pt x="7121525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468256" y="6019469"/>
            <a:ext cx="3143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0.670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29944" y="5513161"/>
            <a:ext cx="80327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LogReg </a:t>
            </a: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Random</a:t>
            </a:r>
            <a:r>
              <a:rPr sz="10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Forest XGBoost Hierarchical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45677" y="6219355"/>
            <a:ext cx="7776209" cy="243840"/>
            <a:chOff x="2245677" y="6219355"/>
            <a:chExt cx="7776209" cy="243840"/>
          </a:xfrm>
        </p:grpSpPr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45677" y="6219355"/>
              <a:ext cx="7775638" cy="24372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285644" y="6236284"/>
              <a:ext cx="7696200" cy="164465"/>
            </a:xfrm>
            <a:custGeom>
              <a:avLst/>
              <a:gdLst/>
              <a:ahLst/>
              <a:cxnLst/>
              <a:rect l="l" t="t" r="r" b="b"/>
              <a:pathLst>
                <a:path w="7696200" h="164464">
                  <a:moveTo>
                    <a:pt x="7695717" y="0"/>
                  </a:moveTo>
                  <a:lnTo>
                    <a:pt x="0" y="0"/>
                  </a:lnTo>
                  <a:lnTo>
                    <a:pt x="0" y="164160"/>
                  </a:lnTo>
                  <a:lnTo>
                    <a:pt x="3848036" y="164160"/>
                  </a:lnTo>
                  <a:lnTo>
                    <a:pt x="7695717" y="164160"/>
                  </a:lnTo>
                  <a:lnTo>
                    <a:pt x="7695717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0042105" y="6238709"/>
            <a:ext cx="3162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00DFFF"/>
                </a:solidFill>
                <a:latin typeface="Calibri"/>
                <a:cs typeface="Calibri"/>
              </a:rPr>
              <a:t>0.724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Tested</a:t>
            </a:r>
            <a:r>
              <a:rPr spc="-65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dirty="0"/>
              <a:t>70k</a:t>
            </a:r>
            <a:r>
              <a:rPr spc="-60" dirty="0"/>
              <a:t> </a:t>
            </a:r>
            <a:r>
              <a:rPr dirty="0"/>
              <a:t>unseen</a:t>
            </a:r>
            <a:r>
              <a:rPr spc="-60" dirty="0"/>
              <a:t> </a:t>
            </a:r>
            <a:r>
              <a:rPr spc="-20" dirty="0"/>
              <a:t>real-</a:t>
            </a:r>
            <a:r>
              <a:rPr dirty="0"/>
              <a:t>world</a:t>
            </a:r>
            <a:r>
              <a:rPr spc="-60" dirty="0"/>
              <a:t> </a:t>
            </a:r>
            <a:r>
              <a:rPr spc="-10" dirty="0"/>
              <a:t>flows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715389"/>
            <a:ext cx="3930015" cy="4204335"/>
            <a:chOff x="595083" y="1715389"/>
            <a:chExt cx="3930015" cy="4204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715389"/>
              <a:ext cx="3929761" cy="4203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737004"/>
              <a:ext cx="3840479" cy="4114800"/>
            </a:xfrm>
            <a:custGeom>
              <a:avLst/>
              <a:gdLst/>
              <a:ahLst/>
              <a:cxnLst/>
              <a:rect l="l" t="t" r="r" b="b"/>
              <a:pathLst>
                <a:path w="3840479" h="4114800">
                  <a:moveTo>
                    <a:pt x="3648240" y="0"/>
                  </a:moveTo>
                  <a:lnTo>
                    <a:pt x="191871" y="0"/>
                  </a:lnTo>
                  <a:lnTo>
                    <a:pt x="166112" y="1663"/>
                  </a:lnTo>
                  <a:lnTo>
                    <a:pt x="166632" y="1663"/>
                  </a:lnTo>
                  <a:lnTo>
                    <a:pt x="142373" y="6432"/>
                  </a:lnTo>
                  <a:lnTo>
                    <a:pt x="96113" y="25552"/>
                  </a:lnTo>
                  <a:lnTo>
                    <a:pt x="56246" y="56068"/>
                  </a:lnTo>
                  <a:lnTo>
                    <a:pt x="25552" y="95758"/>
                  </a:lnTo>
                  <a:lnTo>
                    <a:pt x="6565" y="142062"/>
                  </a:lnTo>
                  <a:lnTo>
                    <a:pt x="0" y="191871"/>
                  </a:lnTo>
                  <a:lnTo>
                    <a:pt x="0" y="3922915"/>
                  </a:lnTo>
                  <a:lnTo>
                    <a:pt x="1604" y="3947750"/>
                  </a:lnTo>
                  <a:lnTo>
                    <a:pt x="1613" y="3947900"/>
                  </a:lnTo>
                  <a:lnTo>
                    <a:pt x="14423" y="3996117"/>
                  </a:lnTo>
                  <a:lnTo>
                    <a:pt x="39563" y="4039621"/>
                  </a:lnTo>
                  <a:lnTo>
                    <a:pt x="74867" y="4075173"/>
                  </a:lnTo>
                  <a:lnTo>
                    <a:pt x="118319" y="4100216"/>
                  </a:lnTo>
                  <a:lnTo>
                    <a:pt x="166681" y="4113134"/>
                  </a:lnTo>
                  <a:lnTo>
                    <a:pt x="191871" y="4114800"/>
                  </a:lnTo>
                  <a:lnTo>
                    <a:pt x="3648595" y="4114431"/>
                  </a:lnTo>
                  <a:lnTo>
                    <a:pt x="3698093" y="4107999"/>
                  </a:lnTo>
                  <a:lnTo>
                    <a:pt x="3744353" y="4088879"/>
                  </a:lnTo>
                  <a:lnTo>
                    <a:pt x="3784225" y="4058362"/>
                  </a:lnTo>
                  <a:lnTo>
                    <a:pt x="3814914" y="4018673"/>
                  </a:lnTo>
                  <a:lnTo>
                    <a:pt x="3833892" y="3972413"/>
                  </a:lnTo>
                  <a:lnTo>
                    <a:pt x="3840456" y="3922915"/>
                  </a:lnTo>
                  <a:lnTo>
                    <a:pt x="3840479" y="3922560"/>
                  </a:lnTo>
                  <a:lnTo>
                    <a:pt x="3840111" y="191871"/>
                  </a:lnTo>
                  <a:lnTo>
                    <a:pt x="3833679" y="142373"/>
                  </a:lnTo>
                  <a:lnTo>
                    <a:pt x="3814559" y="96113"/>
                  </a:lnTo>
                  <a:lnTo>
                    <a:pt x="3784042" y="56246"/>
                  </a:lnTo>
                  <a:lnTo>
                    <a:pt x="3744353" y="25552"/>
                  </a:lnTo>
                  <a:lnTo>
                    <a:pt x="3698049" y="6565"/>
                  </a:lnTo>
                  <a:lnTo>
                    <a:pt x="3673430" y="1663"/>
                  </a:lnTo>
                  <a:lnTo>
                    <a:pt x="3648240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724" y="1737004"/>
              <a:ext cx="3840479" cy="4114800"/>
            </a:xfrm>
            <a:custGeom>
              <a:avLst/>
              <a:gdLst/>
              <a:ahLst/>
              <a:cxnLst/>
              <a:rect l="l" t="t" r="r" b="b"/>
              <a:pathLst>
                <a:path w="3840479" h="4114800">
                  <a:moveTo>
                    <a:pt x="0" y="191871"/>
                  </a:moveTo>
                  <a:lnTo>
                    <a:pt x="1663" y="166681"/>
                  </a:lnTo>
                  <a:lnTo>
                    <a:pt x="6565" y="142062"/>
                  </a:lnTo>
                  <a:lnTo>
                    <a:pt x="25552" y="95758"/>
                  </a:lnTo>
                  <a:lnTo>
                    <a:pt x="56246" y="56068"/>
                  </a:lnTo>
                  <a:lnTo>
                    <a:pt x="96113" y="25552"/>
                  </a:lnTo>
                  <a:lnTo>
                    <a:pt x="142373" y="6432"/>
                  </a:lnTo>
                  <a:lnTo>
                    <a:pt x="191871" y="0"/>
                  </a:lnTo>
                  <a:lnTo>
                    <a:pt x="3648240" y="0"/>
                  </a:lnTo>
                  <a:lnTo>
                    <a:pt x="3698049" y="6565"/>
                  </a:lnTo>
                  <a:lnTo>
                    <a:pt x="3744353" y="25552"/>
                  </a:lnTo>
                  <a:lnTo>
                    <a:pt x="3784042" y="56246"/>
                  </a:lnTo>
                  <a:lnTo>
                    <a:pt x="3814559" y="96113"/>
                  </a:lnTo>
                  <a:lnTo>
                    <a:pt x="3833679" y="142373"/>
                  </a:lnTo>
                  <a:lnTo>
                    <a:pt x="3840111" y="191871"/>
                  </a:lnTo>
                  <a:lnTo>
                    <a:pt x="3840479" y="3922560"/>
                  </a:lnTo>
                  <a:lnTo>
                    <a:pt x="3838814" y="3947750"/>
                  </a:lnTo>
                  <a:lnTo>
                    <a:pt x="3833907" y="3972369"/>
                  </a:lnTo>
                  <a:lnTo>
                    <a:pt x="3814914" y="4018673"/>
                  </a:lnTo>
                  <a:lnTo>
                    <a:pt x="3784225" y="4058362"/>
                  </a:lnTo>
                  <a:lnTo>
                    <a:pt x="3744353" y="4088879"/>
                  </a:lnTo>
                  <a:lnTo>
                    <a:pt x="3698093" y="4107999"/>
                  </a:lnTo>
                  <a:lnTo>
                    <a:pt x="3648595" y="4114431"/>
                  </a:lnTo>
                  <a:lnTo>
                    <a:pt x="191871" y="4114800"/>
                  </a:lnTo>
                  <a:lnTo>
                    <a:pt x="142062" y="4108227"/>
                  </a:lnTo>
                  <a:lnTo>
                    <a:pt x="95757" y="4089234"/>
                  </a:lnTo>
                  <a:lnTo>
                    <a:pt x="56068" y="4058545"/>
                  </a:lnTo>
                  <a:lnTo>
                    <a:pt x="25552" y="4018673"/>
                  </a:lnTo>
                  <a:lnTo>
                    <a:pt x="6432" y="3972413"/>
                  </a:lnTo>
                  <a:lnTo>
                    <a:pt x="0" y="3922915"/>
                  </a:lnTo>
                  <a:lnTo>
                    <a:pt x="0" y="191871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19" y="2256104"/>
              <a:ext cx="1385646" cy="5166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19884" y="2286000"/>
              <a:ext cx="1280160" cy="411480"/>
            </a:xfrm>
            <a:custGeom>
              <a:avLst/>
              <a:gdLst/>
              <a:ahLst/>
              <a:cxnLst/>
              <a:rect l="l" t="t" r="r" b="b"/>
              <a:pathLst>
                <a:path w="1280160" h="411480">
                  <a:moveTo>
                    <a:pt x="640080" y="0"/>
                  </a:moveTo>
                  <a:lnTo>
                    <a:pt x="584123" y="776"/>
                  </a:lnTo>
                  <a:lnTo>
                    <a:pt x="528785" y="3093"/>
                  </a:lnTo>
                  <a:lnTo>
                    <a:pt x="474387" y="6929"/>
                  </a:lnTo>
                  <a:lnTo>
                    <a:pt x="421250" y="12265"/>
                  </a:lnTo>
                  <a:lnTo>
                    <a:pt x="369694" y="19080"/>
                  </a:lnTo>
                  <a:lnTo>
                    <a:pt x="320040" y="27355"/>
                  </a:lnTo>
                  <a:lnTo>
                    <a:pt x="263730" y="39090"/>
                  </a:lnTo>
                  <a:lnTo>
                    <a:pt x="211724" y="52602"/>
                  </a:lnTo>
                  <a:lnTo>
                    <a:pt x="164436" y="67773"/>
                  </a:lnTo>
                  <a:lnTo>
                    <a:pt x="122281" y="84480"/>
                  </a:lnTo>
                  <a:lnTo>
                    <a:pt x="85674" y="102603"/>
                  </a:lnTo>
                  <a:lnTo>
                    <a:pt x="48595" y="126839"/>
                  </a:lnTo>
                  <a:lnTo>
                    <a:pt x="5489" y="178689"/>
                  </a:lnTo>
                  <a:lnTo>
                    <a:pt x="0" y="205562"/>
                  </a:lnTo>
                  <a:lnTo>
                    <a:pt x="5489" y="232429"/>
                  </a:lnTo>
                  <a:lnTo>
                    <a:pt x="48595" y="284282"/>
                  </a:lnTo>
                  <a:lnTo>
                    <a:pt x="85674" y="308521"/>
                  </a:lnTo>
                  <a:lnTo>
                    <a:pt x="122281" y="326644"/>
                  </a:lnTo>
                  <a:lnTo>
                    <a:pt x="164436" y="343350"/>
                  </a:lnTo>
                  <a:lnTo>
                    <a:pt x="211724" y="358518"/>
                  </a:lnTo>
                  <a:lnTo>
                    <a:pt x="263730" y="372027"/>
                  </a:lnTo>
                  <a:lnTo>
                    <a:pt x="320040" y="383755"/>
                  </a:lnTo>
                  <a:lnTo>
                    <a:pt x="369694" y="392036"/>
                  </a:lnTo>
                  <a:lnTo>
                    <a:pt x="421250" y="398855"/>
                  </a:lnTo>
                  <a:lnTo>
                    <a:pt x="474387" y="404193"/>
                  </a:lnTo>
                  <a:lnTo>
                    <a:pt x="528785" y="408030"/>
                  </a:lnTo>
                  <a:lnTo>
                    <a:pt x="584123" y="410347"/>
                  </a:lnTo>
                  <a:lnTo>
                    <a:pt x="640080" y="411124"/>
                  </a:lnTo>
                  <a:lnTo>
                    <a:pt x="696035" y="410347"/>
                  </a:lnTo>
                  <a:lnTo>
                    <a:pt x="751371" y="408030"/>
                  </a:lnTo>
                  <a:lnTo>
                    <a:pt x="805767" y="404193"/>
                  </a:lnTo>
                  <a:lnTo>
                    <a:pt x="858903" y="398855"/>
                  </a:lnTo>
                  <a:lnTo>
                    <a:pt x="910461" y="392036"/>
                  </a:lnTo>
                  <a:lnTo>
                    <a:pt x="960119" y="383755"/>
                  </a:lnTo>
                  <a:lnTo>
                    <a:pt x="1016423" y="372027"/>
                  </a:lnTo>
                  <a:lnTo>
                    <a:pt x="1068425" y="358518"/>
                  </a:lnTo>
                  <a:lnTo>
                    <a:pt x="1115711" y="343350"/>
                  </a:lnTo>
                  <a:lnTo>
                    <a:pt x="1157865" y="326644"/>
                  </a:lnTo>
                  <a:lnTo>
                    <a:pt x="1194473" y="308521"/>
                  </a:lnTo>
                  <a:lnTo>
                    <a:pt x="1231553" y="284282"/>
                  </a:lnTo>
                  <a:lnTo>
                    <a:pt x="1274668" y="232429"/>
                  </a:lnTo>
                  <a:lnTo>
                    <a:pt x="1280160" y="205562"/>
                  </a:lnTo>
                  <a:lnTo>
                    <a:pt x="1274668" y="178689"/>
                  </a:lnTo>
                  <a:lnTo>
                    <a:pt x="1231553" y="126839"/>
                  </a:lnTo>
                  <a:lnTo>
                    <a:pt x="1194473" y="102603"/>
                  </a:lnTo>
                  <a:lnTo>
                    <a:pt x="1157865" y="84480"/>
                  </a:lnTo>
                  <a:lnTo>
                    <a:pt x="1115711" y="67773"/>
                  </a:lnTo>
                  <a:lnTo>
                    <a:pt x="1068425" y="52602"/>
                  </a:lnTo>
                  <a:lnTo>
                    <a:pt x="1016423" y="39090"/>
                  </a:lnTo>
                  <a:lnTo>
                    <a:pt x="960119" y="27355"/>
                  </a:lnTo>
                  <a:lnTo>
                    <a:pt x="910461" y="19080"/>
                  </a:lnTo>
                  <a:lnTo>
                    <a:pt x="858903" y="12265"/>
                  </a:lnTo>
                  <a:lnTo>
                    <a:pt x="805767" y="6929"/>
                  </a:lnTo>
                  <a:lnTo>
                    <a:pt x="751371" y="3093"/>
                  </a:lnTo>
                  <a:lnTo>
                    <a:pt x="696035" y="776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19884" y="2286000"/>
              <a:ext cx="1280160" cy="411480"/>
            </a:xfrm>
            <a:custGeom>
              <a:avLst/>
              <a:gdLst/>
              <a:ahLst/>
              <a:cxnLst/>
              <a:rect l="l" t="t" r="r" b="b"/>
              <a:pathLst>
                <a:path w="1280160" h="411480">
                  <a:moveTo>
                    <a:pt x="0" y="205562"/>
                  </a:moveTo>
                  <a:lnTo>
                    <a:pt x="5489" y="178689"/>
                  </a:lnTo>
                  <a:lnTo>
                    <a:pt x="21777" y="152325"/>
                  </a:lnTo>
                  <a:lnTo>
                    <a:pt x="85674" y="102603"/>
                  </a:lnTo>
                  <a:lnTo>
                    <a:pt x="122281" y="84480"/>
                  </a:lnTo>
                  <a:lnTo>
                    <a:pt x="164436" y="67773"/>
                  </a:lnTo>
                  <a:lnTo>
                    <a:pt x="211724" y="52602"/>
                  </a:lnTo>
                  <a:lnTo>
                    <a:pt x="263730" y="39090"/>
                  </a:lnTo>
                  <a:lnTo>
                    <a:pt x="320040" y="27355"/>
                  </a:lnTo>
                  <a:lnTo>
                    <a:pt x="369694" y="19080"/>
                  </a:lnTo>
                  <a:lnTo>
                    <a:pt x="421250" y="12265"/>
                  </a:lnTo>
                  <a:lnTo>
                    <a:pt x="474387" y="6929"/>
                  </a:lnTo>
                  <a:lnTo>
                    <a:pt x="528785" y="3093"/>
                  </a:lnTo>
                  <a:lnTo>
                    <a:pt x="584123" y="776"/>
                  </a:lnTo>
                  <a:lnTo>
                    <a:pt x="640080" y="0"/>
                  </a:lnTo>
                  <a:lnTo>
                    <a:pt x="696035" y="776"/>
                  </a:lnTo>
                  <a:lnTo>
                    <a:pt x="751371" y="3093"/>
                  </a:lnTo>
                  <a:lnTo>
                    <a:pt x="805767" y="6929"/>
                  </a:lnTo>
                  <a:lnTo>
                    <a:pt x="858903" y="12265"/>
                  </a:lnTo>
                  <a:lnTo>
                    <a:pt x="910461" y="19080"/>
                  </a:lnTo>
                  <a:lnTo>
                    <a:pt x="960119" y="27355"/>
                  </a:lnTo>
                  <a:lnTo>
                    <a:pt x="1016423" y="39090"/>
                  </a:lnTo>
                  <a:lnTo>
                    <a:pt x="1068425" y="52602"/>
                  </a:lnTo>
                  <a:lnTo>
                    <a:pt x="1115711" y="67773"/>
                  </a:lnTo>
                  <a:lnTo>
                    <a:pt x="1157865" y="84480"/>
                  </a:lnTo>
                  <a:lnTo>
                    <a:pt x="1194473" y="102603"/>
                  </a:lnTo>
                  <a:lnTo>
                    <a:pt x="1231553" y="126839"/>
                  </a:lnTo>
                  <a:lnTo>
                    <a:pt x="1274668" y="178689"/>
                  </a:lnTo>
                  <a:lnTo>
                    <a:pt x="1280160" y="205562"/>
                  </a:lnTo>
                  <a:lnTo>
                    <a:pt x="1274668" y="232429"/>
                  </a:lnTo>
                  <a:lnTo>
                    <a:pt x="1258376" y="258794"/>
                  </a:lnTo>
                  <a:lnTo>
                    <a:pt x="1194473" y="308521"/>
                  </a:lnTo>
                  <a:lnTo>
                    <a:pt x="1157865" y="326644"/>
                  </a:lnTo>
                  <a:lnTo>
                    <a:pt x="1115711" y="343350"/>
                  </a:lnTo>
                  <a:lnTo>
                    <a:pt x="1068425" y="358518"/>
                  </a:lnTo>
                  <a:lnTo>
                    <a:pt x="1016423" y="372027"/>
                  </a:lnTo>
                  <a:lnTo>
                    <a:pt x="960119" y="383755"/>
                  </a:lnTo>
                  <a:lnTo>
                    <a:pt x="910461" y="392036"/>
                  </a:lnTo>
                  <a:lnTo>
                    <a:pt x="858903" y="398855"/>
                  </a:lnTo>
                  <a:lnTo>
                    <a:pt x="805767" y="404193"/>
                  </a:lnTo>
                  <a:lnTo>
                    <a:pt x="751371" y="408030"/>
                  </a:lnTo>
                  <a:lnTo>
                    <a:pt x="696035" y="410347"/>
                  </a:lnTo>
                  <a:lnTo>
                    <a:pt x="640080" y="411124"/>
                  </a:lnTo>
                  <a:lnTo>
                    <a:pt x="584123" y="410347"/>
                  </a:lnTo>
                  <a:lnTo>
                    <a:pt x="528785" y="408030"/>
                  </a:lnTo>
                  <a:lnTo>
                    <a:pt x="474387" y="404193"/>
                  </a:lnTo>
                  <a:lnTo>
                    <a:pt x="421250" y="398855"/>
                  </a:lnTo>
                  <a:lnTo>
                    <a:pt x="369694" y="392036"/>
                  </a:lnTo>
                  <a:lnTo>
                    <a:pt x="320040" y="383755"/>
                  </a:lnTo>
                  <a:lnTo>
                    <a:pt x="263730" y="372027"/>
                  </a:lnTo>
                  <a:lnTo>
                    <a:pt x="211724" y="358518"/>
                  </a:lnTo>
                  <a:lnTo>
                    <a:pt x="164436" y="343350"/>
                  </a:lnTo>
                  <a:lnTo>
                    <a:pt x="122281" y="326644"/>
                  </a:lnTo>
                  <a:lnTo>
                    <a:pt x="85674" y="308521"/>
                  </a:lnTo>
                  <a:lnTo>
                    <a:pt x="48595" y="284282"/>
                  </a:lnTo>
                  <a:lnTo>
                    <a:pt x="5489" y="232429"/>
                  </a:lnTo>
                  <a:lnTo>
                    <a:pt x="0" y="205562"/>
                  </a:lnTo>
                  <a:close/>
                </a:path>
              </a:pathLst>
            </a:custGeom>
            <a:ln w="25559">
              <a:solidFill>
                <a:srgbClr val="0A0E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19" y="2484704"/>
              <a:ext cx="1385646" cy="51661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19884" y="2514600"/>
              <a:ext cx="1280160" cy="411480"/>
            </a:xfrm>
            <a:custGeom>
              <a:avLst/>
              <a:gdLst/>
              <a:ahLst/>
              <a:cxnLst/>
              <a:rect l="l" t="t" r="r" b="b"/>
              <a:pathLst>
                <a:path w="1280160" h="411480">
                  <a:moveTo>
                    <a:pt x="640080" y="0"/>
                  </a:moveTo>
                  <a:lnTo>
                    <a:pt x="584123" y="776"/>
                  </a:lnTo>
                  <a:lnTo>
                    <a:pt x="528785" y="3093"/>
                  </a:lnTo>
                  <a:lnTo>
                    <a:pt x="474387" y="6929"/>
                  </a:lnTo>
                  <a:lnTo>
                    <a:pt x="421250" y="12265"/>
                  </a:lnTo>
                  <a:lnTo>
                    <a:pt x="369694" y="19080"/>
                  </a:lnTo>
                  <a:lnTo>
                    <a:pt x="320040" y="27355"/>
                  </a:lnTo>
                  <a:lnTo>
                    <a:pt x="263730" y="39090"/>
                  </a:lnTo>
                  <a:lnTo>
                    <a:pt x="211724" y="52602"/>
                  </a:lnTo>
                  <a:lnTo>
                    <a:pt x="164436" y="67773"/>
                  </a:lnTo>
                  <a:lnTo>
                    <a:pt x="122281" y="84480"/>
                  </a:lnTo>
                  <a:lnTo>
                    <a:pt x="85674" y="102603"/>
                  </a:lnTo>
                  <a:lnTo>
                    <a:pt x="48595" y="126839"/>
                  </a:lnTo>
                  <a:lnTo>
                    <a:pt x="5489" y="178689"/>
                  </a:lnTo>
                  <a:lnTo>
                    <a:pt x="0" y="205562"/>
                  </a:lnTo>
                  <a:lnTo>
                    <a:pt x="5489" y="232429"/>
                  </a:lnTo>
                  <a:lnTo>
                    <a:pt x="48595" y="284282"/>
                  </a:lnTo>
                  <a:lnTo>
                    <a:pt x="85674" y="308521"/>
                  </a:lnTo>
                  <a:lnTo>
                    <a:pt x="122281" y="326644"/>
                  </a:lnTo>
                  <a:lnTo>
                    <a:pt x="164436" y="343350"/>
                  </a:lnTo>
                  <a:lnTo>
                    <a:pt x="211724" y="358518"/>
                  </a:lnTo>
                  <a:lnTo>
                    <a:pt x="263730" y="372027"/>
                  </a:lnTo>
                  <a:lnTo>
                    <a:pt x="320040" y="383755"/>
                  </a:lnTo>
                  <a:lnTo>
                    <a:pt x="369694" y="392062"/>
                  </a:lnTo>
                  <a:lnTo>
                    <a:pt x="421250" y="398947"/>
                  </a:lnTo>
                  <a:lnTo>
                    <a:pt x="474387" y="404371"/>
                  </a:lnTo>
                  <a:lnTo>
                    <a:pt x="528785" y="408294"/>
                  </a:lnTo>
                  <a:lnTo>
                    <a:pt x="584123" y="410676"/>
                  </a:lnTo>
                  <a:lnTo>
                    <a:pt x="640080" y="411479"/>
                  </a:lnTo>
                  <a:lnTo>
                    <a:pt x="696035" y="410676"/>
                  </a:lnTo>
                  <a:lnTo>
                    <a:pt x="751371" y="408294"/>
                  </a:lnTo>
                  <a:lnTo>
                    <a:pt x="805767" y="404371"/>
                  </a:lnTo>
                  <a:lnTo>
                    <a:pt x="858903" y="398947"/>
                  </a:lnTo>
                  <a:lnTo>
                    <a:pt x="910461" y="392062"/>
                  </a:lnTo>
                  <a:lnTo>
                    <a:pt x="960119" y="383755"/>
                  </a:lnTo>
                  <a:lnTo>
                    <a:pt x="1016423" y="372027"/>
                  </a:lnTo>
                  <a:lnTo>
                    <a:pt x="1068425" y="358518"/>
                  </a:lnTo>
                  <a:lnTo>
                    <a:pt x="1115711" y="343350"/>
                  </a:lnTo>
                  <a:lnTo>
                    <a:pt x="1157865" y="326644"/>
                  </a:lnTo>
                  <a:lnTo>
                    <a:pt x="1194473" y="308521"/>
                  </a:lnTo>
                  <a:lnTo>
                    <a:pt x="1231553" y="284282"/>
                  </a:lnTo>
                  <a:lnTo>
                    <a:pt x="1274668" y="232429"/>
                  </a:lnTo>
                  <a:lnTo>
                    <a:pt x="1280160" y="205562"/>
                  </a:lnTo>
                  <a:lnTo>
                    <a:pt x="1274668" y="178689"/>
                  </a:lnTo>
                  <a:lnTo>
                    <a:pt x="1231553" y="126839"/>
                  </a:lnTo>
                  <a:lnTo>
                    <a:pt x="1194473" y="102603"/>
                  </a:lnTo>
                  <a:lnTo>
                    <a:pt x="1157865" y="84480"/>
                  </a:lnTo>
                  <a:lnTo>
                    <a:pt x="1115711" y="67773"/>
                  </a:lnTo>
                  <a:lnTo>
                    <a:pt x="1068425" y="52602"/>
                  </a:lnTo>
                  <a:lnTo>
                    <a:pt x="1016423" y="39090"/>
                  </a:lnTo>
                  <a:lnTo>
                    <a:pt x="960119" y="27355"/>
                  </a:lnTo>
                  <a:lnTo>
                    <a:pt x="910461" y="19080"/>
                  </a:lnTo>
                  <a:lnTo>
                    <a:pt x="858903" y="12265"/>
                  </a:lnTo>
                  <a:lnTo>
                    <a:pt x="805767" y="6929"/>
                  </a:lnTo>
                  <a:lnTo>
                    <a:pt x="751371" y="3093"/>
                  </a:lnTo>
                  <a:lnTo>
                    <a:pt x="696035" y="776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884" y="2514600"/>
              <a:ext cx="1280160" cy="411480"/>
            </a:xfrm>
            <a:custGeom>
              <a:avLst/>
              <a:gdLst/>
              <a:ahLst/>
              <a:cxnLst/>
              <a:rect l="l" t="t" r="r" b="b"/>
              <a:pathLst>
                <a:path w="1280160" h="411480">
                  <a:moveTo>
                    <a:pt x="0" y="205562"/>
                  </a:moveTo>
                  <a:lnTo>
                    <a:pt x="5489" y="178689"/>
                  </a:lnTo>
                  <a:lnTo>
                    <a:pt x="21777" y="152325"/>
                  </a:lnTo>
                  <a:lnTo>
                    <a:pt x="85674" y="102603"/>
                  </a:lnTo>
                  <a:lnTo>
                    <a:pt x="122281" y="84480"/>
                  </a:lnTo>
                  <a:lnTo>
                    <a:pt x="164436" y="67773"/>
                  </a:lnTo>
                  <a:lnTo>
                    <a:pt x="211724" y="52602"/>
                  </a:lnTo>
                  <a:lnTo>
                    <a:pt x="263730" y="39090"/>
                  </a:lnTo>
                  <a:lnTo>
                    <a:pt x="320040" y="27355"/>
                  </a:lnTo>
                  <a:lnTo>
                    <a:pt x="369694" y="19080"/>
                  </a:lnTo>
                  <a:lnTo>
                    <a:pt x="421250" y="12265"/>
                  </a:lnTo>
                  <a:lnTo>
                    <a:pt x="474387" y="6929"/>
                  </a:lnTo>
                  <a:lnTo>
                    <a:pt x="528785" y="3093"/>
                  </a:lnTo>
                  <a:lnTo>
                    <a:pt x="584123" y="776"/>
                  </a:lnTo>
                  <a:lnTo>
                    <a:pt x="640080" y="0"/>
                  </a:lnTo>
                  <a:lnTo>
                    <a:pt x="696035" y="776"/>
                  </a:lnTo>
                  <a:lnTo>
                    <a:pt x="751371" y="3093"/>
                  </a:lnTo>
                  <a:lnTo>
                    <a:pt x="805767" y="6929"/>
                  </a:lnTo>
                  <a:lnTo>
                    <a:pt x="858903" y="12265"/>
                  </a:lnTo>
                  <a:lnTo>
                    <a:pt x="910461" y="19080"/>
                  </a:lnTo>
                  <a:lnTo>
                    <a:pt x="960119" y="27355"/>
                  </a:lnTo>
                  <a:lnTo>
                    <a:pt x="1016423" y="39090"/>
                  </a:lnTo>
                  <a:lnTo>
                    <a:pt x="1068425" y="52602"/>
                  </a:lnTo>
                  <a:lnTo>
                    <a:pt x="1115711" y="67773"/>
                  </a:lnTo>
                  <a:lnTo>
                    <a:pt x="1157865" y="84480"/>
                  </a:lnTo>
                  <a:lnTo>
                    <a:pt x="1194473" y="102603"/>
                  </a:lnTo>
                  <a:lnTo>
                    <a:pt x="1231553" y="126839"/>
                  </a:lnTo>
                  <a:lnTo>
                    <a:pt x="1274668" y="178689"/>
                  </a:lnTo>
                  <a:lnTo>
                    <a:pt x="1280160" y="205562"/>
                  </a:lnTo>
                  <a:lnTo>
                    <a:pt x="1274668" y="232429"/>
                  </a:lnTo>
                  <a:lnTo>
                    <a:pt x="1258376" y="258794"/>
                  </a:lnTo>
                  <a:lnTo>
                    <a:pt x="1194473" y="308521"/>
                  </a:lnTo>
                  <a:lnTo>
                    <a:pt x="1157865" y="326644"/>
                  </a:lnTo>
                  <a:lnTo>
                    <a:pt x="1115711" y="343350"/>
                  </a:lnTo>
                  <a:lnTo>
                    <a:pt x="1068425" y="358518"/>
                  </a:lnTo>
                  <a:lnTo>
                    <a:pt x="1016423" y="372027"/>
                  </a:lnTo>
                  <a:lnTo>
                    <a:pt x="960119" y="383755"/>
                  </a:lnTo>
                  <a:lnTo>
                    <a:pt x="910461" y="392062"/>
                  </a:lnTo>
                  <a:lnTo>
                    <a:pt x="858903" y="398947"/>
                  </a:lnTo>
                  <a:lnTo>
                    <a:pt x="805767" y="404371"/>
                  </a:lnTo>
                  <a:lnTo>
                    <a:pt x="751371" y="408294"/>
                  </a:lnTo>
                  <a:lnTo>
                    <a:pt x="696035" y="410676"/>
                  </a:lnTo>
                  <a:lnTo>
                    <a:pt x="640080" y="411479"/>
                  </a:lnTo>
                  <a:lnTo>
                    <a:pt x="584123" y="410676"/>
                  </a:lnTo>
                  <a:lnTo>
                    <a:pt x="528785" y="408294"/>
                  </a:lnTo>
                  <a:lnTo>
                    <a:pt x="474387" y="404371"/>
                  </a:lnTo>
                  <a:lnTo>
                    <a:pt x="421250" y="398947"/>
                  </a:lnTo>
                  <a:lnTo>
                    <a:pt x="369694" y="392062"/>
                  </a:lnTo>
                  <a:lnTo>
                    <a:pt x="320040" y="383755"/>
                  </a:lnTo>
                  <a:lnTo>
                    <a:pt x="263730" y="372027"/>
                  </a:lnTo>
                  <a:lnTo>
                    <a:pt x="211724" y="358518"/>
                  </a:lnTo>
                  <a:lnTo>
                    <a:pt x="164436" y="343350"/>
                  </a:lnTo>
                  <a:lnTo>
                    <a:pt x="122281" y="326644"/>
                  </a:lnTo>
                  <a:lnTo>
                    <a:pt x="85674" y="308521"/>
                  </a:lnTo>
                  <a:lnTo>
                    <a:pt x="48595" y="284282"/>
                  </a:lnTo>
                  <a:lnTo>
                    <a:pt x="5489" y="232429"/>
                  </a:lnTo>
                  <a:lnTo>
                    <a:pt x="0" y="205562"/>
                  </a:lnTo>
                  <a:close/>
                </a:path>
              </a:pathLst>
            </a:custGeom>
            <a:ln w="25559">
              <a:solidFill>
                <a:srgbClr val="0A0E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19" y="2713304"/>
              <a:ext cx="1385646" cy="5166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919884" y="2743200"/>
              <a:ext cx="1280160" cy="411480"/>
            </a:xfrm>
            <a:custGeom>
              <a:avLst/>
              <a:gdLst/>
              <a:ahLst/>
              <a:cxnLst/>
              <a:rect l="l" t="t" r="r" b="b"/>
              <a:pathLst>
                <a:path w="1280160" h="411480">
                  <a:moveTo>
                    <a:pt x="640080" y="0"/>
                  </a:moveTo>
                  <a:lnTo>
                    <a:pt x="584123" y="776"/>
                  </a:lnTo>
                  <a:lnTo>
                    <a:pt x="528785" y="3093"/>
                  </a:lnTo>
                  <a:lnTo>
                    <a:pt x="474387" y="6929"/>
                  </a:lnTo>
                  <a:lnTo>
                    <a:pt x="421250" y="12265"/>
                  </a:lnTo>
                  <a:lnTo>
                    <a:pt x="369694" y="19080"/>
                  </a:lnTo>
                  <a:lnTo>
                    <a:pt x="320040" y="27355"/>
                  </a:lnTo>
                  <a:lnTo>
                    <a:pt x="263730" y="39090"/>
                  </a:lnTo>
                  <a:lnTo>
                    <a:pt x="211724" y="52602"/>
                  </a:lnTo>
                  <a:lnTo>
                    <a:pt x="164436" y="67773"/>
                  </a:lnTo>
                  <a:lnTo>
                    <a:pt x="122281" y="84480"/>
                  </a:lnTo>
                  <a:lnTo>
                    <a:pt x="85674" y="102603"/>
                  </a:lnTo>
                  <a:lnTo>
                    <a:pt x="48595" y="126839"/>
                  </a:lnTo>
                  <a:lnTo>
                    <a:pt x="5489" y="178689"/>
                  </a:lnTo>
                  <a:lnTo>
                    <a:pt x="0" y="205562"/>
                  </a:lnTo>
                  <a:lnTo>
                    <a:pt x="5489" y="232429"/>
                  </a:lnTo>
                  <a:lnTo>
                    <a:pt x="48595" y="284282"/>
                  </a:lnTo>
                  <a:lnTo>
                    <a:pt x="85674" y="308521"/>
                  </a:lnTo>
                  <a:lnTo>
                    <a:pt x="122281" y="326644"/>
                  </a:lnTo>
                  <a:lnTo>
                    <a:pt x="164436" y="343350"/>
                  </a:lnTo>
                  <a:lnTo>
                    <a:pt x="211724" y="358518"/>
                  </a:lnTo>
                  <a:lnTo>
                    <a:pt x="263730" y="372027"/>
                  </a:lnTo>
                  <a:lnTo>
                    <a:pt x="320040" y="383755"/>
                  </a:lnTo>
                  <a:lnTo>
                    <a:pt x="369694" y="392062"/>
                  </a:lnTo>
                  <a:lnTo>
                    <a:pt x="421250" y="398947"/>
                  </a:lnTo>
                  <a:lnTo>
                    <a:pt x="474387" y="404371"/>
                  </a:lnTo>
                  <a:lnTo>
                    <a:pt x="528785" y="408294"/>
                  </a:lnTo>
                  <a:lnTo>
                    <a:pt x="584123" y="410676"/>
                  </a:lnTo>
                  <a:lnTo>
                    <a:pt x="640080" y="411479"/>
                  </a:lnTo>
                  <a:lnTo>
                    <a:pt x="696035" y="410676"/>
                  </a:lnTo>
                  <a:lnTo>
                    <a:pt x="751371" y="408294"/>
                  </a:lnTo>
                  <a:lnTo>
                    <a:pt x="805767" y="404371"/>
                  </a:lnTo>
                  <a:lnTo>
                    <a:pt x="858903" y="398947"/>
                  </a:lnTo>
                  <a:lnTo>
                    <a:pt x="910461" y="392062"/>
                  </a:lnTo>
                  <a:lnTo>
                    <a:pt x="960119" y="383755"/>
                  </a:lnTo>
                  <a:lnTo>
                    <a:pt x="1016423" y="372027"/>
                  </a:lnTo>
                  <a:lnTo>
                    <a:pt x="1068425" y="358518"/>
                  </a:lnTo>
                  <a:lnTo>
                    <a:pt x="1115711" y="343350"/>
                  </a:lnTo>
                  <a:lnTo>
                    <a:pt x="1157865" y="326644"/>
                  </a:lnTo>
                  <a:lnTo>
                    <a:pt x="1194473" y="308521"/>
                  </a:lnTo>
                  <a:lnTo>
                    <a:pt x="1231553" y="284282"/>
                  </a:lnTo>
                  <a:lnTo>
                    <a:pt x="1274668" y="232429"/>
                  </a:lnTo>
                  <a:lnTo>
                    <a:pt x="1280160" y="205562"/>
                  </a:lnTo>
                  <a:lnTo>
                    <a:pt x="1274668" y="178689"/>
                  </a:lnTo>
                  <a:lnTo>
                    <a:pt x="1231553" y="126839"/>
                  </a:lnTo>
                  <a:lnTo>
                    <a:pt x="1194473" y="102603"/>
                  </a:lnTo>
                  <a:lnTo>
                    <a:pt x="1157865" y="84480"/>
                  </a:lnTo>
                  <a:lnTo>
                    <a:pt x="1115711" y="67773"/>
                  </a:lnTo>
                  <a:lnTo>
                    <a:pt x="1068425" y="52602"/>
                  </a:lnTo>
                  <a:lnTo>
                    <a:pt x="1016423" y="39090"/>
                  </a:lnTo>
                  <a:lnTo>
                    <a:pt x="960119" y="27355"/>
                  </a:lnTo>
                  <a:lnTo>
                    <a:pt x="910461" y="19080"/>
                  </a:lnTo>
                  <a:lnTo>
                    <a:pt x="858903" y="12265"/>
                  </a:lnTo>
                  <a:lnTo>
                    <a:pt x="805767" y="6929"/>
                  </a:lnTo>
                  <a:lnTo>
                    <a:pt x="751371" y="3093"/>
                  </a:lnTo>
                  <a:lnTo>
                    <a:pt x="696035" y="776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9884" y="2743200"/>
              <a:ext cx="1280160" cy="411480"/>
            </a:xfrm>
            <a:custGeom>
              <a:avLst/>
              <a:gdLst/>
              <a:ahLst/>
              <a:cxnLst/>
              <a:rect l="l" t="t" r="r" b="b"/>
              <a:pathLst>
                <a:path w="1280160" h="411480">
                  <a:moveTo>
                    <a:pt x="0" y="205562"/>
                  </a:moveTo>
                  <a:lnTo>
                    <a:pt x="5489" y="178689"/>
                  </a:lnTo>
                  <a:lnTo>
                    <a:pt x="21777" y="152325"/>
                  </a:lnTo>
                  <a:lnTo>
                    <a:pt x="85674" y="102603"/>
                  </a:lnTo>
                  <a:lnTo>
                    <a:pt x="122281" y="84480"/>
                  </a:lnTo>
                  <a:lnTo>
                    <a:pt x="164436" y="67773"/>
                  </a:lnTo>
                  <a:lnTo>
                    <a:pt x="211724" y="52602"/>
                  </a:lnTo>
                  <a:lnTo>
                    <a:pt x="263730" y="39090"/>
                  </a:lnTo>
                  <a:lnTo>
                    <a:pt x="320040" y="27355"/>
                  </a:lnTo>
                  <a:lnTo>
                    <a:pt x="369694" y="19080"/>
                  </a:lnTo>
                  <a:lnTo>
                    <a:pt x="421250" y="12265"/>
                  </a:lnTo>
                  <a:lnTo>
                    <a:pt x="474387" y="6929"/>
                  </a:lnTo>
                  <a:lnTo>
                    <a:pt x="528785" y="3093"/>
                  </a:lnTo>
                  <a:lnTo>
                    <a:pt x="584123" y="776"/>
                  </a:lnTo>
                  <a:lnTo>
                    <a:pt x="640080" y="0"/>
                  </a:lnTo>
                  <a:lnTo>
                    <a:pt x="696035" y="776"/>
                  </a:lnTo>
                  <a:lnTo>
                    <a:pt x="751371" y="3093"/>
                  </a:lnTo>
                  <a:lnTo>
                    <a:pt x="805767" y="6929"/>
                  </a:lnTo>
                  <a:lnTo>
                    <a:pt x="858903" y="12265"/>
                  </a:lnTo>
                  <a:lnTo>
                    <a:pt x="910461" y="19080"/>
                  </a:lnTo>
                  <a:lnTo>
                    <a:pt x="960119" y="27355"/>
                  </a:lnTo>
                  <a:lnTo>
                    <a:pt x="1016423" y="39090"/>
                  </a:lnTo>
                  <a:lnTo>
                    <a:pt x="1068425" y="52602"/>
                  </a:lnTo>
                  <a:lnTo>
                    <a:pt x="1115711" y="67773"/>
                  </a:lnTo>
                  <a:lnTo>
                    <a:pt x="1157865" y="84480"/>
                  </a:lnTo>
                  <a:lnTo>
                    <a:pt x="1194473" y="102603"/>
                  </a:lnTo>
                  <a:lnTo>
                    <a:pt x="1231553" y="126839"/>
                  </a:lnTo>
                  <a:lnTo>
                    <a:pt x="1274668" y="178689"/>
                  </a:lnTo>
                  <a:lnTo>
                    <a:pt x="1280160" y="205562"/>
                  </a:lnTo>
                  <a:lnTo>
                    <a:pt x="1274668" y="232429"/>
                  </a:lnTo>
                  <a:lnTo>
                    <a:pt x="1258376" y="258794"/>
                  </a:lnTo>
                  <a:lnTo>
                    <a:pt x="1194473" y="308521"/>
                  </a:lnTo>
                  <a:lnTo>
                    <a:pt x="1157865" y="326644"/>
                  </a:lnTo>
                  <a:lnTo>
                    <a:pt x="1115711" y="343350"/>
                  </a:lnTo>
                  <a:lnTo>
                    <a:pt x="1068425" y="358518"/>
                  </a:lnTo>
                  <a:lnTo>
                    <a:pt x="1016423" y="372027"/>
                  </a:lnTo>
                  <a:lnTo>
                    <a:pt x="960119" y="383755"/>
                  </a:lnTo>
                  <a:lnTo>
                    <a:pt x="910461" y="392062"/>
                  </a:lnTo>
                  <a:lnTo>
                    <a:pt x="858903" y="398947"/>
                  </a:lnTo>
                  <a:lnTo>
                    <a:pt x="805767" y="404371"/>
                  </a:lnTo>
                  <a:lnTo>
                    <a:pt x="751371" y="408294"/>
                  </a:lnTo>
                  <a:lnTo>
                    <a:pt x="696035" y="410676"/>
                  </a:lnTo>
                  <a:lnTo>
                    <a:pt x="640080" y="411479"/>
                  </a:lnTo>
                  <a:lnTo>
                    <a:pt x="584123" y="410676"/>
                  </a:lnTo>
                  <a:lnTo>
                    <a:pt x="528785" y="408294"/>
                  </a:lnTo>
                  <a:lnTo>
                    <a:pt x="474387" y="404371"/>
                  </a:lnTo>
                  <a:lnTo>
                    <a:pt x="421250" y="398947"/>
                  </a:lnTo>
                  <a:lnTo>
                    <a:pt x="369694" y="392062"/>
                  </a:lnTo>
                  <a:lnTo>
                    <a:pt x="320040" y="383755"/>
                  </a:lnTo>
                  <a:lnTo>
                    <a:pt x="263730" y="372027"/>
                  </a:lnTo>
                  <a:lnTo>
                    <a:pt x="211724" y="358518"/>
                  </a:lnTo>
                  <a:lnTo>
                    <a:pt x="164436" y="343350"/>
                  </a:lnTo>
                  <a:lnTo>
                    <a:pt x="122281" y="326644"/>
                  </a:lnTo>
                  <a:lnTo>
                    <a:pt x="85674" y="308521"/>
                  </a:lnTo>
                  <a:lnTo>
                    <a:pt x="48595" y="284282"/>
                  </a:lnTo>
                  <a:lnTo>
                    <a:pt x="5489" y="232429"/>
                  </a:lnTo>
                  <a:lnTo>
                    <a:pt x="0" y="205562"/>
                  </a:lnTo>
                  <a:close/>
                </a:path>
              </a:pathLst>
            </a:custGeom>
            <a:ln w="25559">
              <a:solidFill>
                <a:srgbClr val="0A0E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802777" y="3278784"/>
            <a:ext cx="151257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10" dirty="0">
                <a:solidFill>
                  <a:srgbClr val="00DFFF"/>
                </a:solidFill>
                <a:latin typeface="Calibri"/>
                <a:cs typeface="Calibri"/>
              </a:rPr>
              <a:t>70,000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2619" y="3827424"/>
            <a:ext cx="11931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9CB2CC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9CB2CC"/>
                </a:solidFill>
                <a:latin typeface="Calibri"/>
                <a:cs typeface="Calibri"/>
              </a:rPr>
              <a:t>world</a:t>
            </a:r>
            <a:r>
              <a:rPr sz="14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9CB2CC"/>
                </a:solidFill>
                <a:latin typeface="Calibri"/>
                <a:cs typeface="Calibri"/>
              </a:rPr>
              <a:t>flows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1458" y="4421771"/>
            <a:ext cx="3012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5380" marR="5080" indent="-1123315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Same</a:t>
            </a:r>
            <a:r>
              <a:rPr sz="12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r>
              <a:rPr sz="1200" i="1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pipeline,</a:t>
            </a:r>
            <a:r>
              <a:rPr sz="1200" i="1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fresh</a:t>
            </a:r>
            <a:r>
              <a:rPr sz="1200" i="1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CB2CC"/>
                </a:solidFill>
                <a:latin typeface="Calibri"/>
                <a:cs typeface="Calibri"/>
              </a:rPr>
              <a:t>traffic,</a:t>
            </a:r>
            <a:r>
              <a:rPr sz="12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CB2CC"/>
                </a:solidFill>
                <a:latin typeface="Calibri"/>
                <a:cs typeface="Calibri"/>
              </a:rPr>
              <a:t>held-</a:t>
            </a:r>
            <a:r>
              <a:rPr sz="1200" i="1" spc="-25" dirty="0">
                <a:solidFill>
                  <a:srgbClr val="9CB2CC"/>
                </a:solidFill>
                <a:latin typeface="Calibri"/>
                <a:cs typeface="Calibri"/>
              </a:rPr>
              <a:t>out </a:t>
            </a:r>
            <a:r>
              <a:rPr sz="1200" i="1" spc="-10" dirty="0">
                <a:solidFill>
                  <a:srgbClr val="9CB2CC"/>
                </a:solidFill>
                <a:latin typeface="Calibri"/>
                <a:cs typeface="Calibri"/>
              </a:rPr>
              <a:t>distribution.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99520" y="1713585"/>
            <a:ext cx="3385185" cy="4207510"/>
            <a:chOff x="4799520" y="1713585"/>
            <a:chExt cx="3385185" cy="420751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520" y="1713585"/>
              <a:ext cx="3384715" cy="42073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45964" y="1737004"/>
              <a:ext cx="3291840" cy="4114800"/>
            </a:xfrm>
            <a:custGeom>
              <a:avLst/>
              <a:gdLst/>
              <a:ahLst/>
              <a:cxnLst/>
              <a:rect l="l" t="t" r="r" b="b"/>
              <a:pathLst>
                <a:path w="3291840" h="4114800">
                  <a:moveTo>
                    <a:pt x="3126955" y="0"/>
                  </a:moveTo>
                  <a:lnTo>
                    <a:pt x="164515" y="0"/>
                  </a:lnTo>
                  <a:lnTo>
                    <a:pt x="143032" y="1405"/>
                  </a:lnTo>
                  <a:lnTo>
                    <a:pt x="101690" y="12451"/>
                  </a:lnTo>
                  <a:lnTo>
                    <a:pt x="64375" y="33940"/>
                  </a:lnTo>
                  <a:lnTo>
                    <a:pt x="33940" y="64231"/>
                  </a:lnTo>
                  <a:lnTo>
                    <a:pt x="12451" y="101540"/>
                  </a:lnTo>
                  <a:lnTo>
                    <a:pt x="1405" y="143032"/>
                  </a:lnTo>
                  <a:lnTo>
                    <a:pt x="0" y="164515"/>
                  </a:lnTo>
                  <a:lnTo>
                    <a:pt x="0" y="3950271"/>
                  </a:lnTo>
                  <a:lnTo>
                    <a:pt x="1382" y="3971404"/>
                  </a:lnTo>
                  <a:lnTo>
                    <a:pt x="1405" y="3971754"/>
                  </a:lnTo>
                  <a:lnTo>
                    <a:pt x="5516" y="3992486"/>
                  </a:lnTo>
                  <a:lnTo>
                    <a:pt x="5578" y="3992797"/>
                  </a:lnTo>
                  <a:lnTo>
                    <a:pt x="12381" y="4012891"/>
                  </a:lnTo>
                  <a:lnTo>
                    <a:pt x="12451" y="4013097"/>
                  </a:lnTo>
                  <a:lnTo>
                    <a:pt x="21958" y="4032351"/>
                  </a:lnTo>
                  <a:lnTo>
                    <a:pt x="48104" y="4066649"/>
                  </a:lnTo>
                  <a:lnTo>
                    <a:pt x="82080" y="4092841"/>
                  </a:lnTo>
                  <a:lnTo>
                    <a:pt x="121945" y="4109216"/>
                  </a:lnTo>
                  <a:lnTo>
                    <a:pt x="164515" y="4114800"/>
                  </a:lnTo>
                  <a:lnTo>
                    <a:pt x="3127311" y="4114431"/>
                  </a:lnTo>
                  <a:lnTo>
                    <a:pt x="3169837" y="4108853"/>
                  </a:lnTo>
                  <a:lnTo>
                    <a:pt x="3209391" y="4092473"/>
                  </a:lnTo>
                  <a:lnTo>
                    <a:pt x="3243689" y="4066327"/>
                  </a:lnTo>
                  <a:lnTo>
                    <a:pt x="3269881" y="4032351"/>
                  </a:lnTo>
                  <a:lnTo>
                    <a:pt x="3279282" y="4013097"/>
                  </a:lnTo>
                  <a:lnTo>
                    <a:pt x="3279383" y="4012891"/>
                  </a:lnTo>
                  <a:lnTo>
                    <a:pt x="3286151" y="3992797"/>
                  </a:lnTo>
                  <a:lnTo>
                    <a:pt x="3286256" y="3992486"/>
                  </a:lnTo>
                  <a:lnTo>
                    <a:pt x="3290363" y="3971754"/>
                  </a:lnTo>
                  <a:lnTo>
                    <a:pt x="3290432" y="3971404"/>
                  </a:lnTo>
                  <a:lnTo>
                    <a:pt x="3291816" y="3950271"/>
                  </a:lnTo>
                  <a:lnTo>
                    <a:pt x="3291840" y="3949915"/>
                  </a:lnTo>
                  <a:lnTo>
                    <a:pt x="3291471" y="164515"/>
                  </a:lnTo>
                  <a:lnTo>
                    <a:pt x="3285893" y="121989"/>
                  </a:lnTo>
                  <a:lnTo>
                    <a:pt x="3269513" y="82435"/>
                  </a:lnTo>
                  <a:lnTo>
                    <a:pt x="3243367" y="48148"/>
                  </a:lnTo>
                  <a:lnTo>
                    <a:pt x="3209391" y="21958"/>
                  </a:lnTo>
                  <a:lnTo>
                    <a:pt x="3169526" y="5578"/>
                  </a:lnTo>
                  <a:lnTo>
                    <a:pt x="3148444" y="1405"/>
                  </a:lnTo>
                  <a:lnTo>
                    <a:pt x="3126955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5964" y="1737004"/>
              <a:ext cx="3291840" cy="4114800"/>
            </a:xfrm>
            <a:custGeom>
              <a:avLst/>
              <a:gdLst/>
              <a:ahLst/>
              <a:cxnLst/>
              <a:rect l="l" t="t" r="r" b="b"/>
              <a:pathLst>
                <a:path w="3291840" h="4114800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48" y="48104"/>
                  </a:lnTo>
                  <a:lnTo>
                    <a:pt x="82435" y="21958"/>
                  </a:lnTo>
                  <a:lnTo>
                    <a:pt x="121989" y="5578"/>
                  </a:lnTo>
                  <a:lnTo>
                    <a:pt x="164515" y="0"/>
                  </a:lnTo>
                  <a:lnTo>
                    <a:pt x="3126955" y="0"/>
                  </a:lnTo>
                  <a:lnTo>
                    <a:pt x="3169526" y="5578"/>
                  </a:lnTo>
                  <a:lnTo>
                    <a:pt x="3209391" y="21958"/>
                  </a:lnTo>
                  <a:lnTo>
                    <a:pt x="3243367" y="48148"/>
                  </a:lnTo>
                  <a:lnTo>
                    <a:pt x="3269513" y="82435"/>
                  </a:lnTo>
                  <a:lnTo>
                    <a:pt x="3285893" y="121989"/>
                  </a:lnTo>
                  <a:lnTo>
                    <a:pt x="3291471" y="164515"/>
                  </a:lnTo>
                  <a:lnTo>
                    <a:pt x="3291840" y="3949915"/>
                  </a:lnTo>
                  <a:lnTo>
                    <a:pt x="3290432" y="3971404"/>
                  </a:lnTo>
                  <a:lnTo>
                    <a:pt x="3286256" y="3992486"/>
                  </a:lnTo>
                  <a:lnTo>
                    <a:pt x="3269881" y="4032351"/>
                  </a:lnTo>
                  <a:lnTo>
                    <a:pt x="3243689" y="4066327"/>
                  </a:lnTo>
                  <a:lnTo>
                    <a:pt x="3209391" y="4092473"/>
                  </a:lnTo>
                  <a:lnTo>
                    <a:pt x="3169837" y="4108853"/>
                  </a:lnTo>
                  <a:lnTo>
                    <a:pt x="3127311" y="4114431"/>
                  </a:lnTo>
                  <a:lnTo>
                    <a:pt x="164515" y="4114800"/>
                  </a:lnTo>
                  <a:lnTo>
                    <a:pt x="121945" y="4109216"/>
                  </a:lnTo>
                  <a:lnTo>
                    <a:pt x="82080" y="4092841"/>
                  </a:lnTo>
                  <a:lnTo>
                    <a:pt x="48104" y="4066649"/>
                  </a:lnTo>
                  <a:lnTo>
                    <a:pt x="21958" y="4032351"/>
                  </a:lnTo>
                  <a:lnTo>
                    <a:pt x="5578" y="3992797"/>
                  </a:lnTo>
                  <a:lnTo>
                    <a:pt x="0" y="3950271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07584" y="1998624"/>
            <a:ext cx="8153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00DFFF"/>
                </a:solidFill>
                <a:latin typeface="Calibri"/>
                <a:cs typeface="Calibri"/>
              </a:rPr>
              <a:t>FAMILY </a:t>
            </a:r>
            <a:r>
              <a:rPr sz="1100" b="1" spc="-10" dirty="0">
                <a:solidFill>
                  <a:srgbClr val="00DFFF"/>
                </a:solidFill>
                <a:latin typeface="Calibri"/>
                <a:cs typeface="Calibri"/>
              </a:rPr>
              <a:t>LEVEL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7584" y="2501531"/>
            <a:ext cx="1434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evaluation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67184" y="2936255"/>
            <a:ext cx="1247775" cy="105410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5"/>
              </a:spcBef>
            </a:pP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0.856</a:t>
            </a:r>
            <a:endParaRPr sz="4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36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02540" y="4262134"/>
            <a:ext cx="977900" cy="105410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5"/>
              </a:spcBef>
            </a:pPr>
            <a:r>
              <a:rPr sz="4200" b="1" spc="-20" dirty="0">
                <a:solidFill>
                  <a:srgbClr val="00DFFF"/>
                </a:solidFill>
                <a:latin typeface="Calibri"/>
                <a:cs typeface="Calibri"/>
              </a:rPr>
              <a:t>0.67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2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57120" y="1713585"/>
            <a:ext cx="3385185" cy="4207510"/>
            <a:chOff x="8457120" y="1713585"/>
            <a:chExt cx="3385185" cy="420751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7120" y="1713585"/>
              <a:ext cx="3384715" cy="42073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503564" y="1737004"/>
              <a:ext cx="3291840" cy="4114800"/>
            </a:xfrm>
            <a:custGeom>
              <a:avLst/>
              <a:gdLst/>
              <a:ahLst/>
              <a:cxnLst/>
              <a:rect l="l" t="t" r="r" b="b"/>
              <a:pathLst>
                <a:path w="3291840" h="4114800">
                  <a:moveTo>
                    <a:pt x="3126955" y="0"/>
                  </a:moveTo>
                  <a:lnTo>
                    <a:pt x="164515" y="0"/>
                  </a:lnTo>
                  <a:lnTo>
                    <a:pt x="143032" y="1405"/>
                  </a:lnTo>
                  <a:lnTo>
                    <a:pt x="101690" y="12451"/>
                  </a:lnTo>
                  <a:lnTo>
                    <a:pt x="64375" y="33940"/>
                  </a:lnTo>
                  <a:lnTo>
                    <a:pt x="33940" y="64231"/>
                  </a:lnTo>
                  <a:lnTo>
                    <a:pt x="12451" y="101540"/>
                  </a:lnTo>
                  <a:lnTo>
                    <a:pt x="1405" y="143032"/>
                  </a:lnTo>
                  <a:lnTo>
                    <a:pt x="0" y="164515"/>
                  </a:lnTo>
                  <a:lnTo>
                    <a:pt x="0" y="3950271"/>
                  </a:lnTo>
                  <a:lnTo>
                    <a:pt x="5516" y="3992486"/>
                  </a:lnTo>
                  <a:lnTo>
                    <a:pt x="12381" y="4012891"/>
                  </a:lnTo>
                  <a:lnTo>
                    <a:pt x="12451" y="4013097"/>
                  </a:lnTo>
                  <a:lnTo>
                    <a:pt x="33934" y="4050413"/>
                  </a:lnTo>
                  <a:lnTo>
                    <a:pt x="64231" y="4080859"/>
                  </a:lnTo>
                  <a:lnTo>
                    <a:pt x="101540" y="4102343"/>
                  </a:lnTo>
                  <a:lnTo>
                    <a:pt x="143027" y="4113392"/>
                  </a:lnTo>
                  <a:lnTo>
                    <a:pt x="164515" y="4114800"/>
                  </a:lnTo>
                  <a:lnTo>
                    <a:pt x="3127311" y="4114431"/>
                  </a:lnTo>
                  <a:lnTo>
                    <a:pt x="3169837" y="4108853"/>
                  </a:lnTo>
                  <a:lnTo>
                    <a:pt x="3209391" y="4092473"/>
                  </a:lnTo>
                  <a:lnTo>
                    <a:pt x="3243689" y="4066327"/>
                  </a:lnTo>
                  <a:lnTo>
                    <a:pt x="3269881" y="4032351"/>
                  </a:lnTo>
                  <a:lnTo>
                    <a:pt x="3279282" y="4013097"/>
                  </a:lnTo>
                  <a:lnTo>
                    <a:pt x="3279383" y="4012891"/>
                  </a:lnTo>
                  <a:lnTo>
                    <a:pt x="3286151" y="3992797"/>
                  </a:lnTo>
                  <a:lnTo>
                    <a:pt x="3286256" y="3992486"/>
                  </a:lnTo>
                  <a:lnTo>
                    <a:pt x="3290363" y="3971754"/>
                  </a:lnTo>
                  <a:lnTo>
                    <a:pt x="3290432" y="3971404"/>
                  </a:lnTo>
                  <a:lnTo>
                    <a:pt x="3291816" y="3950271"/>
                  </a:lnTo>
                  <a:lnTo>
                    <a:pt x="3291840" y="3949915"/>
                  </a:lnTo>
                  <a:lnTo>
                    <a:pt x="3291471" y="164515"/>
                  </a:lnTo>
                  <a:lnTo>
                    <a:pt x="3285893" y="121989"/>
                  </a:lnTo>
                  <a:lnTo>
                    <a:pt x="3269513" y="82435"/>
                  </a:lnTo>
                  <a:lnTo>
                    <a:pt x="3243367" y="48148"/>
                  </a:lnTo>
                  <a:lnTo>
                    <a:pt x="3209391" y="21958"/>
                  </a:lnTo>
                  <a:lnTo>
                    <a:pt x="3169526" y="5578"/>
                  </a:lnTo>
                  <a:lnTo>
                    <a:pt x="3148444" y="1405"/>
                  </a:lnTo>
                  <a:lnTo>
                    <a:pt x="3126955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03564" y="1737004"/>
              <a:ext cx="3291840" cy="4114800"/>
            </a:xfrm>
            <a:custGeom>
              <a:avLst/>
              <a:gdLst/>
              <a:ahLst/>
              <a:cxnLst/>
              <a:rect l="l" t="t" r="r" b="b"/>
              <a:pathLst>
                <a:path w="3291840" h="4114800">
                  <a:moveTo>
                    <a:pt x="0" y="164515"/>
                  </a:moveTo>
                  <a:lnTo>
                    <a:pt x="1405" y="143027"/>
                  </a:lnTo>
                  <a:lnTo>
                    <a:pt x="5578" y="121945"/>
                  </a:lnTo>
                  <a:lnTo>
                    <a:pt x="21958" y="82080"/>
                  </a:lnTo>
                  <a:lnTo>
                    <a:pt x="48148" y="48104"/>
                  </a:lnTo>
                  <a:lnTo>
                    <a:pt x="82435" y="21958"/>
                  </a:lnTo>
                  <a:lnTo>
                    <a:pt x="121989" y="5578"/>
                  </a:lnTo>
                  <a:lnTo>
                    <a:pt x="164515" y="0"/>
                  </a:lnTo>
                  <a:lnTo>
                    <a:pt x="3126955" y="0"/>
                  </a:lnTo>
                  <a:lnTo>
                    <a:pt x="3169526" y="5578"/>
                  </a:lnTo>
                  <a:lnTo>
                    <a:pt x="3209391" y="21958"/>
                  </a:lnTo>
                  <a:lnTo>
                    <a:pt x="3243367" y="48148"/>
                  </a:lnTo>
                  <a:lnTo>
                    <a:pt x="3269513" y="82435"/>
                  </a:lnTo>
                  <a:lnTo>
                    <a:pt x="3285893" y="121989"/>
                  </a:lnTo>
                  <a:lnTo>
                    <a:pt x="3291471" y="164515"/>
                  </a:lnTo>
                  <a:lnTo>
                    <a:pt x="3291840" y="3949915"/>
                  </a:lnTo>
                  <a:lnTo>
                    <a:pt x="3290432" y="3971404"/>
                  </a:lnTo>
                  <a:lnTo>
                    <a:pt x="3286256" y="3992486"/>
                  </a:lnTo>
                  <a:lnTo>
                    <a:pt x="3269881" y="4032351"/>
                  </a:lnTo>
                  <a:lnTo>
                    <a:pt x="3243689" y="4066327"/>
                  </a:lnTo>
                  <a:lnTo>
                    <a:pt x="3209391" y="4092473"/>
                  </a:lnTo>
                  <a:lnTo>
                    <a:pt x="3169837" y="4108853"/>
                  </a:lnTo>
                  <a:lnTo>
                    <a:pt x="3127311" y="4114431"/>
                  </a:lnTo>
                  <a:lnTo>
                    <a:pt x="164515" y="4114800"/>
                  </a:lnTo>
                  <a:lnTo>
                    <a:pt x="121945" y="4109216"/>
                  </a:lnTo>
                  <a:lnTo>
                    <a:pt x="82080" y="4092841"/>
                  </a:lnTo>
                  <a:lnTo>
                    <a:pt x="48104" y="4066649"/>
                  </a:lnTo>
                  <a:lnTo>
                    <a:pt x="21958" y="4032351"/>
                  </a:lnTo>
                  <a:lnTo>
                    <a:pt x="5578" y="3992797"/>
                  </a:lnTo>
                  <a:lnTo>
                    <a:pt x="0" y="3950271"/>
                  </a:lnTo>
                  <a:lnTo>
                    <a:pt x="0" y="164515"/>
                  </a:lnTo>
                  <a:close/>
                </a:path>
              </a:pathLst>
            </a:custGeom>
            <a:ln w="1259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765184" y="1998624"/>
            <a:ext cx="9810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4FA7C7"/>
                </a:solidFill>
                <a:latin typeface="Calibri"/>
                <a:cs typeface="Calibri"/>
              </a:rPr>
              <a:t>SUBCLASS</a:t>
            </a:r>
            <a:r>
              <a:rPr sz="1100" b="1" spc="-25" dirty="0">
                <a:solidFill>
                  <a:srgbClr val="4FA7C7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4FA7C7"/>
                </a:solidFill>
                <a:latin typeface="Calibri"/>
                <a:cs typeface="Calibri"/>
              </a:rPr>
              <a:t>LEVEL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65184" y="2501531"/>
            <a:ext cx="14344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evaluation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24783" y="2936255"/>
            <a:ext cx="1247775" cy="105410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5"/>
              </a:spcBef>
            </a:pP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0.784</a:t>
            </a:r>
            <a:endParaRPr sz="42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36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60140" y="4262134"/>
            <a:ext cx="977900" cy="105410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5"/>
              </a:spcBef>
            </a:pPr>
            <a:r>
              <a:rPr sz="4200" b="1" spc="-20" dirty="0">
                <a:solidFill>
                  <a:srgbClr val="4FA7C7"/>
                </a:solidFill>
                <a:latin typeface="Calibri"/>
                <a:cs typeface="Calibri"/>
              </a:rPr>
              <a:t>0.58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200" spc="-5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92778" y="6342024"/>
            <a:ext cx="48088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Family-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level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decisions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are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reliable;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subclass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detail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is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 harder,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as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expected.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notebook</a:t>
            </a:r>
            <a:r>
              <a:rPr spc="-8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live</a:t>
            </a:r>
            <a:r>
              <a:rPr spc="-80" dirty="0"/>
              <a:t> </a:t>
            </a:r>
            <a:r>
              <a:rPr spc="-10" dirty="0"/>
              <a:t>service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5920" y="433781"/>
            <a:ext cx="1464945" cy="412750"/>
            <a:chOff x="10285920" y="433781"/>
            <a:chExt cx="1464945" cy="412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5920" y="433781"/>
              <a:ext cx="1464475" cy="412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128524" y="0"/>
                  </a:moveTo>
                  <a:lnTo>
                    <a:pt x="79466" y="9869"/>
                  </a:lnTo>
                  <a:lnTo>
                    <a:pt x="37939" y="37571"/>
                  </a:lnTo>
                  <a:lnTo>
                    <a:pt x="10082" y="79149"/>
                  </a:lnTo>
                  <a:lnTo>
                    <a:pt x="368" y="128155"/>
                  </a:lnTo>
                  <a:lnTo>
                    <a:pt x="0" y="192239"/>
                  </a:lnTo>
                  <a:lnTo>
                    <a:pt x="1120" y="208932"/>
                  </a:lnTo>
                  <a:lnTo>
                    <a:pt x="17284" y="256311"/>
                  </a:lnTo>
                  <a:lnTo>
                    <a:pt x="50138" y="293828"/>
                  </a:lnTo>
                  <a:lnTo>
                    <a:pt x="95045" y="316072"/>
                  </a:lnTo>
                  <a:lnTo>
                    <a:pt x="128168" y="320395"/>
                  </a:lnTo>
                  <a:lnTo>
                    <a:pt x="1243799" y="320395"/>
                  </a:lnTo>
                  <a:lnTo>
                    <a:pt x="1259902" y="319314"/>
                  </a:lnTo>
                  <a:lnTo>
                    <a:pt x="1260401" y="319314"/>
                  </a:lnTo>
                  <a:lnTo>
                    <a:pt x="1307884" y="303110"/>
                  </a:lnTo>
                  <a:lnTo>
                    <a:pt x="1345395" y="270258"/>
                  </a:lnTo>
                  <a:lnTo>
                    <a:pt x="1367600" y="225490"/>
                  </a:lnTo>
                  <a:lnTo>
                    <a:pt x="1371968" y="192239"/>
                  </a:lnTo>
                  <a:lnTo>
                    <a:pt x="1371944" y="128155"/>
                  </a:lnTo>
                  <a:lnTo>
                    <a:pt x="1362093" y="79460"/>
                  </a:lnTo>
                  <a:lnTo>
                    <a:pt x="1334389" y="37930"/>
                  </a:lnTo>
                  <a:lnTo>
                    <a:pt x="1292807" y="10080"/>
                  </a:lnTo>
                  <a:lnTo>
                    <a:pt x="1243799" y="355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368" y="128155"/>
                  </a:moveTo>
                  <a:lnTo>
                    <a:pt x="1447" y="111463"/>
                  </a:lnTo>
                  <a:lnTo>
                    <a:pt x="4684" y="95037"/>
                  </a:lnTo>
                  <a:lnTo>
                    <a:pt x="26929" y="50131"/>
                  </a:lnTo>
                  <a:lnTo>
                    <a:pt x="64439" y="17272"/>
                  </a:lnTo>
                  <a:lnTo>
                    <a:pt x="111676" y="1130"/>
                  </a:lnTo>
                  <a:lnTo>
                    <a:pt x="128524" y="0"/>
                  </a:lnTo>
                  <a:lnTo>
                    <a:pt x="1243799" y="355"/>
                  </a:lnTo>
                  <a:lnTo>
                    <a:pt x="1292807" y="10080"/>
                  </a:lnTo>
                  <a:lnTo>
                    <a:pt x="1334389" y="37930"/>
                  </a:lnTo>
                  <a:lnTo>
                    <a:pt x="1362093" y="79460"/>
                  </a:lnTo>
                  <a:lnTo>
                    <a:pt x="1371968" y="128511"/>
                  </a:lnTo>
                  <a:lnTo>
                    <a:pt x="1371968" y="192239"/>
                  </a:lnTo>
                  <a:lnTo>
                    <a:pt x="1370887" y="208932"/>
                  </a:lnTo>
                  <a:lnTo>
                    <a:pt x="1367645" y="225356"/>
                  </a:lnTo>
                  <a:lnTo>
                    <a:pt x="1345395" y="270258"/>
                  </a:lnTo>
                  <a:lnTo>
                    <a:pt x="1307884" y="303110"/>
                  </a:lnTo>
                  <a:lnTo>
                    <a:pt x="1260647" y="319264"/>
                  </a:lnTo>
                  <a:lnTo>
                    <a:pt x="1243799" y="320395"/>
                  </a:lnTo>
                  <a:lnTo>
                    <a:pt x="128168" y="320395"/>
                  </a:lnTo>
                  <a:lnTo>
                    <a:pt x="79160" y="310671"/>
                  </a:lnTo>
                  <a:lnTo>
                    <a:pt x="37579" y="282821"/>
                  </a:lnTo>
                  <a:lnTo>
                    <a:pt x="9874" y="241290"/>
                  </a:lnTo>
                  <a:lnTo>
                    <a:pt x="0" y="192239"/>
                  </a:lnTo>
                  <a:lnTo>
                    <a:pt x="368" y="128155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786579" y="528383"/>
            <a:ext cx="46418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DFFF"/>
                </a:solidFill>
                <a:latin typeface="Calibri"/>
                <a:cs typeface="Calibri"/>
              </a:rPr>
              <a:t>PHASE</a:t>
            </a:r>
            <a:r>
              <a:rPr sz="1000" b="1" spc="-4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00D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99846" y="2719425"/>
            <a:ext cx="3110865" cy="2470150"/>
            <a:chOff x="699846" y="2719425"/>
            <a:chExt cx="3110865" cy="24701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846" y="2719425"/>
              <a:ext cx="3110395" cy="24699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6277" y="2742844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2874606" y="0"/>
                  </a:moveTo>
                  <a:lnTo>
                    <a:pt x="142557" y="0"/>
                  </a:lnTo>
                  <a:lnTo>
                    <a:pt x="123979" y="1208"/>
                  </a:lnTo>
                  <a:lnTo>
                    <a:pt x="71285" y="19075"/>
                  </a:lnTo>
                  <a:lnTo>
                    <a:pt x="29520" y="55774"/>
                  </a:lnTo>
                  <a:lnTo>
                    <a:pt x="4814" y="105567"/>
                  </a:lnTo>
                  <a:lnTo>
                    <a:pt x="0" y="142557"/>
                  </a:lnTo>
                  <a:lnTo>
                    <a:pt x="0" y="2234869"/>
                  </a:lnTo>
                  <a:lnTo>
                    <a:pt x="1195" y="2253244"/>
                  </a:lnTo>
                  <a:lnTo>
                    <a:pt x="1209" y="2253450"/>
                  </a:lnTo>
                  <a:lnTo>
                    <a:pt x="4771" y="2271504"/>
                  </a:lnTo>
                  <a:lnTo>
                    <a:pt x="4814" y="2271726"/>
                  </a:lnTo>
                  <a:lnTo>
                    <a:pt x="10682" y="2289090"/>
                  </a:lnTo>
                  <a:lnTo>
                    <a:pt x="41809" y="2335630"/>
                  </a:lnTo>
                  <a:lnTo>
                    <a:pt x="87991" y="2366649"/>
                  </a:lnTo>
                  <a:lnTo>
                    <a:pt x="142557" y="2377440"/>
                  </a:lnTo>
                  <a:lnTo>
                    <a:pt x="2874962" y="2377071"/>
                  </a:lnTo>
                  <a:lnTo>
                    <a:pt x="2929488" y="2366291"/>
                  </a:lnTo>
                  <a:lnTo>
                    <a:pt x="2975717" y="2335269"/>
                  </a:lnTo>
                  <a:lnTo>
                    <a:pt x="3006740" y="2289090"/>
                  </a:lnTo>
                  <a:lnTo>
                    <a:pt x="3017497" y="2234869"/>
                  </a:lnTo>
                  <a:lnTo>
                    <a:pt x="3017520" y="2234514"/>
                  </a:lnTo>
                  <a:lnTo>
                    <a:pt x="3017164" y="142557"/>
                  </a:lnTo>
                  <a:lnTo>
                    <a:pt x="3006379" y="88031"/>
                  </a:lnTo>
                  <a:lnTo>
                    <a:pt x="2975354" y="41797"/>
                  </a:lnTo>
                  <a:lnTo>
                    <a:pt x="2929172" y="10779"/>
                  </a:lnTo>
                  <a:lnTo>
                    <a:pt x="2893335" y="1208"/>
                  </a:lnTo>
                  <a:lnTo>
                    <a:pt x="2874606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6277" y="2742844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0" y="142557"/>
                  </a:moveTo>
                  <a:lnTo>
                    <a:pt x="1209" y="123827"/>
                  </a:lnTo>
                  <a:lnTo>
                    <a:pt x="4814" y="105567"/>
                  </a:lnTo>
                  <a:lnTo>
                    <a:pt x="29520" y="55774"/>
                  </a:lnTo>
                  <a:lnTo>
                    <a:pt x="71285" y="19075"/>
                  </a:lnTo>
                  <a:lnTo>
                    <a:pt x="123979" y="1208"/>
                  </a:lnTo>
                  <a:lnTo>
                    <a:pt x="142557" y="0"/>
                  </a:lnTo>
                  <a:lnTo>
                    <a:pt x="2874606" y="0"/>
                  </a:lnTo>
                  <a:lnTo>
                    <a:pt x="2929172" y="10779"/>
                  </a:lnTo>
                  <a:lnTo>
                    <a:pt x="2975354" y="41797"/>
                  </a:lnTo>
                  <a:lnTo>
                    <a:pt x="3006379" y="88031"/>
                  </a:lnTo>
                  <a:lnTo>
                    <a:pt x="3017164" y="142557"/>
                  </a:lnTo>
                  <a:lnTo>
                    <a:pt x="3017520" y="2234514"/>
                  </a:lnTo>
                  <a:lnTo>
                    <a:pt x="3016311" y="2253244"/>
                  </a:lnTo>
                  <a:lnTo>
                    <a:pt x="3012706" y="2271504"/>
                  </a:lnTo>
                  <a:lnTo>
                    <a:pt x="2988009" y="2321291"/>
                  </a:lnTo>
                  <a:lnTo>
                    <a:pt x="2946247" y="2357996"/>
                  </a:lnTo>
                  <a:lnTo>
                    <a:pt x="2893542" y="2375862"/>
                  </a:lnTo>
                  <a:lnTo>
                    <a:pt x="142557" y="2377440"/>
                  </a:lnTo>
                  <a:lnTo>
                    <a:pt x="87991" y="2366649"/>
                  </a:lnTo>
                  <a:lnTo>
                    <a:pt x="41809" y="2335630"/>
                  </a:lnTo>
                  <a:lnTo>
                    <a:pt x="10785" y="2289396"/>
                  </a:lnTo>
                  <a:lnTo>
                    <a:pt x="0" y="2234869"/>
                  </a:lnTo>
                  <a:lnTo>
                    <a:pt x="0" y="14255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5678" y="3083737"/>
              <a:ext cx="918718" cy="9183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43557" y="310860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411480" y="0"/>
                  </a:moveTo>
                  <a:lnTo>
                    <a:pt x="357595" y="3543"/>
                  </a:lnTo>
                  <a:lnTo>
                    <a:pt x="304922" y="14038"/>
                  </a:lnTo>
                  <a:lnTo>
                    <a:pt x="254137" y="31284"/>
                  </a:lnTo>
                  <a:lnTo>
                    <a:pt x="205917" y="55079"/>
                  </a:lnTo>
                  <a:lnTo>
                    <a:pt x="160987" y="85024"/>
                  </a:lnTo>
                  <a:lnTo>
                    <a:pt x="120511" y="120507"/>
                  </a:lnTo>
                  <a:lnTo>
                    <a:pt x="85029" y="160985"/>
                  </a:lnTo>
                  <a:lnTo>
                    <a:pt x="55079" y="205917"/>
                  </a:lnTo>
                  <a:lnTo>
                    <a:pt x="31289" y="254135"/>
                  </a:lnTo>
                  <a:lnTo>
                    <a:pt x="14043" y="304917"/>
                  </a:lnTo>
                  <a:lnTo>
                    <a:pt x="3544" y="357590"/>
                  </a:lnTo>
                  <a:lnTo>
                    <a:pt x="0" y="411480"/>
                  </a:lnTo>
                  <a:lnTo>
                    <a:pt x="3544" y="465369"/>
                  </a:lnTo>
                  <a:lnTo>
                    <a:pt x="14043" y="518082"/>
                  </a:lnTo>
                  <a:lnTo>
                    <a:pt x="31289" y="568972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7" y="791670"/>
                  </a:lnTo>
                  <a:lnTo>
                    <a:pt x="304922" y="808916"/>
                  </a:lnTo>
                  <a:lnTo>
                    <a:pt x="357595" y="819415"/>
                  </a:lnTo>
                  <a:lnTo>
                    <a:pt x="411480" y="822960"/>
                  </a:lnTo>
                  <a:lnTo>
                    <a:pt x="465375" y="819415"/>
                  </a:lnTo>
                  <a:lnTo>
                    <a:pt x="518086" y="808916"/>
                  </a:lnTo>
                  <a:lnTo>
                    <a:pt x="568974" y="791670"/>
                  </a:lnTo>
                  <a:lnTo>
                    <a:pt x="617397" y="767880"/>
                  </a:lnTo>
                  <a:lnTo>
                    <a:pt x="662124" y="737936"/>
                  </a:lnTo>
                  <a:lnTo>
                    <a:pt x="702497" y="702492"/>
                  </a:lnTo>
                  <a:lnTo>
                    <a:pt x="737941" y="662122"/>
                  </a:lnTo>
                  <a:lnTo>
                    <a:pt x="767880" y="617397"/>
                  </a:lnTo>
                  <a:lnTo>
                    <a:pt x="791675" y="568972"/>
                  </a:lnTo>
                  <a:lnTo>
                    <a:pt x="808921" y="518082"/>
                  </a:lnTo>
                  <a:lnTo>
                    <a:pt x="819416" y="465369"/>
                  </a:lnTo>
                  <a:lnTo>
                    <a:pt x="822959" y="411480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35" y="160985"/>
                  </a:lnTo>
                  <a:lnTo>
                    <a:pt x="702452" y="120507"/>
                  </a:lnTo>
                  <a:lnTo>
                    <a:pt x="661974" y="85024"/>
                  </a:lnTo>
                  <a:lnTo>
                    <a:pt x="617042" y="55079"/>
                  </a:lnTo>
                  <a:lnTo>
                    <a:pt x="568824" y="31284"/>
                  </a:lnTo>
                  <a:lnTo>
                    <a:pt x="518042" y="14038"/>
                  </a:lnTo>
                  <a:lnTo>
                    <a:pt x="465369" y="3543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43557" y="310860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60" h="822960">
                  <a:moveTo>
                    <a:pt x="0" y="411480"/>
                  </a:moveTo>
                  <a:lnTo>
                    <a:pt x="3544" y="357590"/>
                  </a:lnTo>
                  <a:lnTo>
                    <a:pt x="14043" y="304917"/>
                  </a:lnTo>
                  <a:lnTo>
                    <a:pt x="31289" y="254135"/>
                  </a:lnTo>
                  <a:lnTo>
                    <a:pt x="55079" y="205917"/>
                  </a:lnTo>
                  <a:lnTo>
                    <a:pt x="85029" y="160985"/>
                  </a:lnTo>
                  <a:lnTo>
                    <a:pt x="120511" y="120507"/>
                  </a:lnTo>
                  <a:lnTo>
                    <a:pt x="160987" y="85024"/>
                  </a:lnTo>
                  <a:lnTo>
                    <a:pt x="205917" y="55079"/>
                  </a:lnTo>
                  <a:lnTo>
                    <a:pt x="254137" y="31284"/>
                  </a:lnTo>
                  <a:lnTo>
                    <a:pt x="304922" y="14038"/>
                  </a:lnTo>
                  <a:lnTo>
                    <a:pt x="357595" y="3543"/>
                  </a:lnTo>
                  <a:lnTo>
                    <a:pt x="411480" y="0"/>
                  </a:lnTo>
                  <a:lnTo>
                    <a:pt x="465369" y="3543"/>
                  </a:lnTo>
                  <a:lnTo>
                    <a:pt x="518042" y="14038"/>
                  </a:lnTo>
                  <a:lnTo>
                    <a:pt x="568824" y="31284"/>
                  </a:lnTo>
                  <a:lnTo>
                    <a:pt x="617042" y="55079"/>
                  </a:lnTo>
                  <a:lnTo>
                    <a:pt x="661974" y="85024"/>
                  </a:lnTo>
                  <a:lnTo>
                    <a:pt x="702452" y="120507"/>
                  </a:lnTo>
                  <a:lnTo>
                    <a:pt x="737935" y="160985"/>
                  </a:lnTo>
                  <a:lnTo>
                    <a:pt x="767880" y="205917"/>
                  </a:lnTo>
                  <a:lnTo>
                    <a:pt x="791675" y="254135"/>
                  </a:lnTo>
                  <a:lnTo>
                    <a:pt x="808921" y="304917"/>
                  </a:lnTo>
                  <a:lnTo>
                    <a:pt x="819416" y="357590"/>
                  </a:lnTo>
                  <a:lnTo>
                    <a:pt x="822959" y="411480"/>
                  </a:lnTo>
                  <a:lnTo>
                    <a:pt x="819416" y="465369"/>
                  </a:lnTo>
                  <a:lnTo>
                    <a:pt x="808921" y="518082"/>
                  </a:lnTo>
                  <a:lnTo>
                    <a:pt x="791675" y="568972"/>
                  </a:lnTo>
                  <a:lnTo>
                    <a:pt x="767880" y="617397"/>
                  </a:lnTo>
                  <a:lnTo>
                    <a:pt x="737941" y="662122"/>
                  </a:lnTo>
                  <a:lnTo>
                    <a:pt x="702497" y="702492"/>
                  </a:lnTo>
                  <a:lnTo>
                    <a:pt x="662124" y="737936"/>
                  </a:lnTo>
                  <a:lnTo>
                    <a:pt x="617397" y="767880"/>
                  </a:lnTo>
                  <a:lnTo>
                    <a:pt x="568974" y="791670"/>
                  </a:lnTo>
                  <a:lnTo>
                    <a:pt x="518086" y="808916"/>
                  </a:lnTo>
                  <a:lnTo>
                    <a:pt x="465375" y="819415"/>
                  </a:lnTo>
                  <a:lnTo>
                    <a:pt x="411480" y="822960"/>
                  </a:lnTo>
                  <a:lnTo>
                    <a:pt x="357595" y="819415"/>
                  </a:lnTo>
                  <a:lnTo>
                    <a:pt x="304922" y="808916"/>
                  </a:lnTo>
                  <a:lnTo>
                    <a:pt x="254137" y="791670"/>
                  </a:lnTo>
                  <a:lnTo>
                    <a:pt x="205917" y="767880"/>
                  </a:lnTo>
                  <a:lnTo>
                    <a:pt x="160987" y="737936"/>
                  </a:lnTo>
                  <a:lnTo>
                    <a:pt x="120511" y="702492"/>
                  </a:lnTo>
                  <a:lnTo>
                    <a:pt x="85029" y="662122"/>
                  </a:lnTo>
                  <a:lnTo>
                    <a:pt x="55079" y="617397"/>
                  </a:lnTo>
                  <a:lnTo>
                    <a:pt x="31289" y="568972"/>
                  </a:lnTo>
                  <a:lnTo>
                    <a:pt x="14043" y="518082"/>
                  </a:lnTo>
                  <a:lnTo>
                    <a:pt x="3544" y="465369"/>
                  </a:lnTo>
                  <a:lnTo>
                    <a:pt x="0" y="411480"/>
                  </a:lnTo>
                  <a:close/>
                </a:path>
              </a:pathLst>
            </a:custGeom>
            <a:ln w="1583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6483" y="3411702"/>
              <a:ext cx="208076" cy="20773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6437" y="3428644"/>
              <a:ext cx="128168" cy="1281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0998" y="3338626"/>
              <a:ext cx="208076" cy="20773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90965" y="3355555"/>
              <a:ext cx="128155" cy="12816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5514" y="3411702"/>
              <a:ext cx="208076" cy="20773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5481" y="3428644"/>
              <a:ext cx="128155" cy="12815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9559" y="3594582"/>
              <a:ext cx="208076" cy="20773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99525" y="3611524"/>
              <a:ext cx="128155" cy="1281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2438" y="3594582"/>
              <a:ext cx="208076" cy="2077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2405" y="3611524"/>
              <a:ext cx="128155" cy="12815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61579" y="4101744"/>
            <a:ext cx="1385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sz="18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7897" y="4558931"/>
            <a:ext cx="1416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  <a:p>
            <a:pPr marL="1089025">
              <a:lnSpc>
                <a:spcPct val="100000"/>
              </a:lnSpc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(.pkl)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40326" y="2719425"/>
            <a:ext cx="3110865" cy="2470150"/>
            <a:chOff x="4540326" y="2719425"/>
            <a:chExt cx="3110865" cy="247015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0326" y="2719425"/>
              <a:ext cx="3110395" cy="246997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586757" y="2742844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2874606" y="0"/>
                  </a:moveTo>
                  <a:lnTo>
                    <a:pt x="142557" y="0"/>
                  </a:lnTo>
                  <a:lnTo>
                    <a:pt x="123979" y="1208"/>
                  </a:lnTo>
                  <a:lnTo>
                    <a:pt x="71285" y="19075"/>
                  </a:lnTo>
                  <a:lnTo>
                    <a:pt x="29520" y="55774"/>
                  </a:lnTo>
                  <a:lnTo>
                    <a:pt x="4814" y="105567"/>
                  </a:lnTo>
                  <a:lnTo>
                    <a:pt x="0" y="142557"/>
                  </a:lnTo>
                  <a:lnTo>
                    <a:pt x="0" y="2234869"/>
                  </a:lnTo>
                  <a:lnTo>
                    <a:pt x="1195" y="2253244"/>
                  </a:lnTo>
                  <a:lnTo>
                    <a:pt x="1209" y="2253450"/>
                  </a:lnTo>
                  <a:lnTo>
                    <a:pt x="4771" y="2271504"/>
                  </a:lnTo>
                  <a:lnTo>
                    <a:pt x="4814" y="2271726"/>
                  </a:lnTo>
                  <a:lnTo>
                    <a:pt x="10682" y="2289090"/>
                  </a:lnTo>
                  <a:lnTo>
                    <a:pt x="10785" y="2289396"/>
                  </a:lnTo>
                  <a:lnTo>
                    <a:pt x="19088" y="2306154"/>
                  </a:lnTo>
                  <a:lnTo>
                    <a:pt x="55787" y="2347919"/>
                  </a:lnTo>
                  <a:lnTo>
                    <a:pt x="105573" y="2372620"/>
                  </a:lnTo>
                  <a:lnTo>
                    <a:pt x="142557" y="2377440"/>
                  </a:lnTo>
                  <a:lnTo>
                    <a:pt x="2874962" y="2377071"/>
                  </a:lnTo>
                  <a:lnTo>
                    <a:pt x="2929488" y="2366291"/>
                  </a:lnTo>
                  <a:lnTo>
                    <a:pt x="2975717" y="2335269"/>
                  </a:lnTo>
                  <a:lnTo>
                    <a:pt x="3006740" y="2289090"/>
                  </a:lnTo>
                  <a:lnTo>
                    <a:pt x="3012631" y="2271726"/>
                  </a:lnTo>
                  <a:lnTo>
                    <a:pt x="3012706" y="2271504"/>
                  </a:lnTo>
                  <a:lnTo>
                    <a:pt x="3016270" y="2253450"/>
                  </a:lnTo>
                  <a:lnTo>
                    <a:pt x="3016311" y="2253244"/>
                  </a:lnTo>
                  <a:lnTo>
                    <a:pt x="3017497" y="2234869"/>
                  </a:lnTo>
                  <a:lnTo>
                    <a:pt x="3017519" y="2234514"/>
                  </a:lnTo>
                  <a:lnTo>
                    <a:pt x="3017164" y="142557"/>
                  </a:lnTo>
                  <a:lnTo>
                    <a:pt x="3006379" y="88031"/>
                  </a:lnTo>
                  <a:lnTo>
                    <a:pt x="2975354" y="41797"/>
                  </a:lnTo>
                  <a:lnTo>
                    <a:pt x="2929172" y="10779"/>
                  </a:lnTo>
                  <a:lnTo>
                    <a:pt x="2893335" y="1208"/>
                  </a:lnTo>
                  <a:lnTo>
                    <a:pt x="2874606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86757" y="2742844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0" y="142557"/>
                  </a:moveTo>
                  <a:lnTo>
                    <a:pt x="1209" y="123827"/>
                  </a:lnTo>
                  <a:lnTo>
                    <a:pt x="4814" y="105567"/>
                  </a:lnTo>
                  <a:lnTo>
                    <a:pt x="29520" y="55774"/>
                  </a:lnTo>
                  <a:lnTo>
                    <a:pt x="71285" y="19075"/>
                  </a:lnTo>
                  <a:lnTo>
                    <a:pt x="123979" y="1208"/>
                  </a:lnTo>
                  <a:lnTo>
                    <a:pt x="142557" y="0"/>
                  </a:lnTo>
                  <a:lnTo>
                    <a:pt x="2874606" y="0"/>
                  </a:lnTo>
                  <a:lnTo>
                    <a:pt x="2929172" y="10779"/>
                  </a:lnTo>
                  <a:lnTo>
                    <a:pt x="2975354" y="41797"/>
                  </a:lnTo>
                  <a:lnTo>
                    <a:pt x="3006379" y="88031"/>
                  </a:lnTo>
                  <a:lnTo>
                    <a:pt x="3017164" y="142557"/>
                  </a:lnTo>
                  <a:lnTo>
                    <a:pt x="3017519" y="2234514"/>
                  </a:lnTo>
                  <a:lnTo>
                    <a:pt x="3016311" y="2253244"/>
                  </a:lnTo>
                  <a:lnTo>
                    <a:pt x="3012706" y="2271504"/>
                  </a:lnTo>
                  <a:lnTo>
                    <a:pt x="2988009" y="2321291"/>
                  </a:lnTo>
                  <a:lnTo>
                    <a:pt x="2946247" y="2357996"/>
                  </a:lnTo>
                  <a:lnTo>
                    <a:pt x="2893542" y="2375862"/>
                  </a:lnTo>
                  <a:lnTo>
                    <a:pt x="142557" y="2377440"/>
                  </a:lnTo>
                  <a:lnTo>
                    <a:pt x="87991" y="2366649"/>
                  </a:lnTo>
                  <a:lnTo>
                    <a:pt x="41809" y="2335630"/>
                  </a:lnTo>
                  <a:lnTo>
                    <a:pt x="10785" y="2289396"/>
                  </a:lnTo>
                  <a:lnTo>
                    <a:pt x="0" y="2234869"/>
                  </a:lnTo>
                  <a:lnTo>
                    <a:pt x="0" y="14255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6158" y="3083737"/>
              <a:ext cx="918717" cy="9183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684037" y="310860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0"/>
                  </a:moveTo>
                  <a:lnTo>
                    <a:pt x="357595" y="3543"/>
                  </a:lnTo>
                  <a:lnTo>
                    <a:pt x="304922" y="14038"/>
                  </a:lnTo>
                  <a:lnTo>
                    <a:pt x="254137" y="31284"/>
                  </a:lnTo>
                  <a:lnTo>
                    <a:pt x="205917" y="55079"/>
                  </a:lnTo>
                  <a:lnTo>
                    <a:pt x="160987" y="85024"/>
                  </a:lnTo>
                  <a:lnTo>
                    <a:pt x="120511" y="120507"/>
                  </a:lnTo>
                  <a:lnTo>
                    <a:pt x="85029" y="160985"/>
                  </a:lnTo>
                  <a:lnTo>
                    <a:pt x="55079" y="205917"/>
                  </a:lnTo>
                  <a:lnTo>
                    <a:pt x="31289" y="254135"/>
                  </a:lnTo>
                  <a:lnTo>
                    <a:pt x="14043" y="304917"/>
                  </a:lnTo>
                  <a:lnTo>
                    <a:pt x="3544" y="357590"/>
                  </a:lnTo>
                  <a:lnTo>
                    <a:pt x="0" y="411480"/>
                  </a:lnTo>
                  <a:lnTo>
                    <a:pt x="3544" y="465369"/>
                  </a:lnTo>
                  <a:lnTo>
                    <a:pt x="14043" y="518082"/>
                  </a:lnTo>
                  <a:lnTo>
                    <a:pt x="31289" y="568972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7" y="791670"/>
                  </a:lnTo>
                  <a:lnTo>
                    <a:pt x="304922" y="808916"/>
                  </a:lnTo>
                  <a:lnTo>
                    <a:pt x="357595" y="819415"/>
                  </a:lnTo>
                  <a:lnTo>
                    <a:pt x="411479" y="822960"/>
                  </a:lnTo>
                  <a:lnTo>
                    <a:pt x="465375" y="819415"/>
                  </a:lnTo>
                  <a:lnTo>
                    <a:pt x="518086" y="808916"/>
                  </a:lnTo>
                  <a:lnTo>
                    <a:pt x="568974" y="791670"/>
                  </a:lnTo>
                  <a:lnTo>
                    <a:pt x="617397" y="767880"/>
                  </a:lnTo>
                  <a:lnTo>
                    <a:pt x="662124" y="737936"/>
                  </a:lnTo>
                  <a:lnTo>
                    <a:pt x="702497" y="702492"/>
                  </a:lnTo>
                  <a:lnTo>
                    <a:pt x="737941" y="662122"/>
                  </a:lnTo>
                  <a:lnTo>
                    <a:pt x="767880" y="617397"/>
                  </a:lnTo>
                  <a:lnTo>
                    <a:pt x="791675" y="568972"/>
                  </a:lnTo>
                  <a:lnTo>
                    <a:pt x="808921" y="518082"/>
                  </a:lnTo>
                  <a:lnTo>
                    <a:pt x="819416" y="465369"/>
                  </a:lnTo>
                  <a:lnTo>
                    <a:pt x="822959" y="411480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41" y="160985"/>
                  </a:lnTo>
                  <a:lnTo>
                    <a:pt x="702497" y="120507"/>
                  </a:lnTo>
                  <a:lnTo>
                    <a:pt x="662124" y="85024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84037" y="310860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0" y="411480"/>
                  </a:moveTo>
                  <a:lnTo>
                    <a:pt x="3544" y="357590"/>
                  </a:lnTo>
                  <a:lnTo>
                    <a:pt x="14043" y="304917"/>
                  </a:lnTo>
                  <a:lnTo>
                    <a:pt x="31289" y="254135"/>
                  </a:lnTo>
                  <a:lnTo>
                    <a:pt x="55079" y="205917"/>
                  </a:lnTo>
                  <a:lnTo>
                    <a:pt x="85029" y="160985"/>
                  </a:lnTo>
                  <a:lnTo>
                    <a:pt x="120511" y="120507"/>
                  </a:lnTo>
                  <a:lnTo>
                    <a:pt x="160987" y="85024"/>
                  </a:lnTo>
                  <a:lnTo>
                    <a:pt x="205917" y="55079"/>
                  </a:lnTo>
                  <a:lnTo>
                    <a:pt x="254137" y="31284"/>
                  </a:lnTo>
                  <a:lnTo>
                    <a:pt x="304922" y="14038"/>
                  </a:lnTo>
                  <a:lnTo>
                    <a:pt x="357595" y="3543"/>
                  </a:lnTo>
                  <a:lnTo>
                    <a:pt x="411479" y="0"/>
                  </a:lnTo>
                  <a:lnTo>
                    <a:pt x="465375" y="3543"/>
                  </a:lnTo>
                  <a:lnTo>
                    <a:pt x="518086" y="14038"/>
                  </a:lnTo>
                  <a:lnTo>
                    <a:pt x="568974" y="31284"/>
                  </a:lnTo>
                  <a:lnTo>
                    <a:pt x="617397" y="55079"/>
                  </a:lnTo>
                  <a:lnTo>
                    <a:pt x="662124" y="85024"/>
                  </a:lnTo>
                  <a:lnTo>
                    <a:pt x="702497" y="120507"/>
                  </a:lnTo>
                  <a:lnTo>
                    <a:pt x="737941" y="160985"/>
                  </a:lnTo>
                  <a:lnTo>
                    <a:pt x="767880" y="205917"/>
                  </a:lnTo>
                  <a:lnTo>
                    <a:pt x="791675" y="254135"/>
                  </a:lnTo>
                  <a:lnTo>
                    <a:pt x="808921" y="304917"/>
                  </a:lnTo>
                  <a:lnTo>
                    <a:pt x="819416" y="357590"/>
                  </a:lnTo>
                  <a:lnTo>
                    <a:pt x="822959" y="411480"/>
                  </a:lnTo>
                  <a:lnTo>
                    <a:pt x="819416" y="465369"/>
                  </a:lnTo>
                  <a:lnTo>
                    <a:pt x="808921" y="518082"/>
                  </a:lnTo>
                  <a:lnTo>
                    <a:pt x="791675" y="568972"/>
                  </a:lnTo>
                  <a:lnTo>
                    <a:pt x="767880" y="617397"/>
                  </a:lnTo>
                  <a:lnTo>
                    <a:pt x="737941" y="662122"/>
                  </a:lnTo>
                  <a:lnTo>
                    <a:pt x="702497" y="702492"/>
                  </a:lnTo>
                  <a:lnTo>
                    <a:pt x="662124" y="737936"/>
                  </a:lnTo>
                  <a:lnTo>
                    <a:pt x="617397" y="767880"/>
                  </a:lnTo>
                  <a:lnTo>
                    <a:pt x="568974" y="791670"/>
                  </a:lnTo>
                  <a:lnTo>
                    <a:pt x="518086" y="808916"/>
                  </a:lnTo>
                  <a:lnTo>
                    <a:pt x="465375" y="819415"/>
                  </a:lnTo>
                  <a:lnTo>
                    <a:pt x="411479" y="822960"/>
                  </a:lnTo>
                  <a:lnTo>
                    <a:pt x="357595" y="819415"/>
                  </a:lnTo>
                  <a:lnTo>
                    <a:pt x="304922" y="808916"/>
                  </a:lnTo>
                  <a:lnTo>
                    <a:pt x="254137" y="791670"/>
                  </a:lnTo>
                  <a:lnTo>
                    <a:pt x="205917" y="767880"/>
                  </a:lnTo>
                  <a:lnTo>
                    <a:pt x="160987" y="737936"/>
                  </a:lnTo>
                  <a:lnTo>
                    <a:pt x="120511" y="702492"/>
                  </a:lnTo>
                  <a:lnTo>
                    <a:pt x="85029" y="662122"/>
                  </a:lnTo>
                  <a:lnTo>
                    <a:pt x="55079" y="617397"/>
                  </a:lnTo>
                  <a:lnTo>
                    <a:pt x="31289" y="568972"/>
                  </a:lnTo>
                  <a:lnTo>
                    <a:pt x="14043" y="518082"/>
                  </a:lnTo>
                  <a:lnTo>
                    <a:pt x="3544" y="465369"/>
                  </a:lnTo>
                  <a:lnTo>
                    <a:pt x="0" y="411480"/>
                  </a:lnTo>
                  <a:close/>
                </a:path>
              </a:pathLst>
            </a:custGeom>
            <a:ln w="1583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9594" y="3274542"/>
              <a:ext cx="591477" cy="1706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839561" y="3291484"/>
              <a:ext cx="511809" cy="91440"/>
            </a:xfrm>
            <a:custGeom>
              <a:avLst/>
              <a:gdLst/>
              <a:ahLst/>
              <a:cxnLst/>
              <a:rect l="l" t="t" r="r" b="b"/>
              <a:pathLst>
                <a:path w="511810" h="91439">
                  <a:moveTo>
                    <a:pt x="511556" y="0"/>
                  </a:moveTo>
                  <a:lnTo>
                    <a:pt x="0" y="0"/>
                  </a:lnTo>
                  <a:lnTo>
                    <a:pt x="0" y="91071"/>
                  </a:lnTo>
                  <a:lnTo>
                    <a:pt x="255955" y="91071"/>
                  </a:lnTo>
                  <a:lnTo>
                    <a:pt x="511556" y="91071"/>
                  </a:lnTo>
                  <a:lnTo>
                    <a:pt x="511556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9594" y="3439071"/>
              <a:ext cx="591477" cy="17064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839561" y="3456000"/>
              <a:ext cx="511809" cy="91440"/>
            </a:xfrm>
            <a:custGeom>
              <a:avLst/>
              <a:gdLst/>
              <a:ahLst/>
              <a:cxnLst/>
              <a:rect l="l" t="t" r="r" b="b"/>
              <a:pathLst>
                <a:path w="511810" h="91439">
                  <a:moveTo>
                    <a:pt x="511556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255955" y="91084"/>
                  </a:lnTo>
                  <a:lnTo>
                    <a:pt x="511556" y="91084"/>
                  </a:lnTo>
                  <a:lnTo>
                    <a:pt x="511556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9594" y="3603587"/>
              <a:ext cx="591477" cy="1706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839561" y="3620516"/>
              <a:ext cx="511809" cy="91440"/>
            </a:xfrm>
            <a:custGeom>
              <a:avLst/>
              <a:gdLst/>
              <a:ahLst/>
              <a:cxnLst/>
              <a:rect l="l" t="t" r="r" b="b"/>
              <a:pathLst>
                <a:path w="511810" h="91439">
                  <a:moveTo>
                    <a:pt x="511556" y="0"/>
                  </a:moveTo>
                  <a:lnTo>
                    <a:pt x="0" y="0"/>
                  </a:lnTo>
                  <a:lnTo>
                    <a:pt x="0" y="91084"/>
                  </a:lnTo>
                  <a:lnTo>
                    <a:pt x="255955" y="91084"/>
                  </a:lnTo>
                  <a:lnTo>
                    <a:pt x="511556" y="91084"/>
                  </a:lnTo>
                  <a:lnTo>
                    <a:pt x="511556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374335" y="4101744"/>
            <a:ext cx="144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48377" y="4558931"/>
            <a:ext cx="1837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/predict</a:t>
            </a:r>
            <a:r>
              <a:rPr sz="1200" spc="-5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endpoint</a:t>
            </a:r>
            <a:endParaRPr sz="1200">
              <a:latin typeface="Calibri"/>
              <a:cs typeface="Calibri"/>
            </a:endParaRPr>
          </a:p>
          <a:p>
            <a:pPr marL="667385">
              <a:lnSpc>
                <a:spcPct val="100000"/>
              </a:lnSpc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JSON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in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/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JSON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out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380806" y="2719425"/>
            <a:ext cx="3110865" cy="2470150"/>
            <a:chOff x="8380806" y="2719425"/>
            <a:chExt cx="3110865" cy="2470150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0806" y="2719425"/>
              <a:ext cx="3110395" cy="246997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427237" y="2742844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2874606" y="0"/>
                  </a:moveTo>
                  <a:lnTo>
                    <a:pt x="142557" y="0"/>
                  </a:lnTo>
                  <a:lnTo>
                    <a:pt x="123979" y="1208"/>
                  </a:lnTo>
                  <a:lnTo>
                    <a:pt x="71285" y="19075"/>
                  </a:lnTo>
                  <a:lnTo>
                    <a:pt x="29520" y="55774"/>
                  </a:lnTo>
                  <a:lnTo>
                    <a:pt x="4814" y="105567"/>
                  </a:lnTo>
                  <a:lnTo>
                    <a:pt x="0" y="142557"/>
                  </a:lnTo>
                  <a:lnTo>
                    <a:pt x="0" y="2234869"/>
                  </a:lnTo>
                  <a:lnTo>
                    <a:pt x="1195" y="2253244"/>
                  </a:lnTo>
                  <a:lnTo>
                    <a:pt x="1209" y="2253450"/>
                  </a:lnTo>
                  <a:lnTo>
                    <a:pt x="4771" y="2271504"/>
                  </a:lnTo>
                  <a:lnTo>
                    <a:pt x="4814" y="2271726"/>
                  </a:lnTo>
                  <a:lnTo>
                    <a:pt x="10682" y="2289090"/>
                  </a:lnTo>
                  <a:lnTo>
                    <a:pt x="10785" y="2289396"/>
                  </a:lnTo>
                  <a:lnTo>
                    <a:pt x="19088" y="2306154"/>
                  </a:lnTo>
                  <a:lnTo>
                    <a:pt x="55787" y="2347919"/>
                  </a:lnTo>
                  <a:lnTo>
                    <a:pt x="105573" y="2372620"/>
                  </a:lnTo>
                  <a:lnTo>
                    <a:pt x="142557" y="2377440"/>
                  </a:lnTo>
                  <a:lnTo>
                    <a:pt x="2874962" y="2377071"/>
                  </a:lnTo>
                  <a:lnTo>
                    <a:pt x="2929488" y="2366291"/>
                  </a:lnTo>
                  <a:lnTo>
                    <a:pt x="2975717" y="2335269"/>
                  </a:lnTo>
                  <a:lnTo>
                    <a:pt x="3006740" y="2289090"/>
                  </a:lnTo>
                  <a:lnTo>
                    <a:pt x="3012631" y="2271726"/>
                  </a:lnTo>
                  <a:lnTo>
                    <a:pt x="3012706" y="2271504"/>
                  </a:lnTo>
                  <a:lnTo>
                    <a:pt x="3016270" y="2253450"/>
                  </a:lnTo>
                  <a:lnTo>
                    <a:pt x="3016311" y="2253244"/>
                  </a:lnTo>
                  <a:lnTo>
                    <a:pt x="3017497" y="2234869"/>
                  </a:lnTo>
                  <a:lnTo>
                    <a:pt x="3017520" y="2234514"/>
                  </a:lnTo>
                  <a:lnTo>
                    <a:pt x="3017164" y="142557"/>
                  </a:lnTo>
                  <a:lnTo>
                    <a:pt x="3006379" y="88031"/>
                  </a:lnTo>
                  <a:lnTo>
                    <a:pt x="2975354" y="41797"/>
                  </a:lnTo>
                  <a:lnTo>
                    <a:pt x="2929172" y="10779"/>
                  </a:lnTo>
                  <a:lnTo>
                    <a:pt x="2893335" y="1208"/>
                  </a:lnTo>
                  <a:lnTo>
                    <a:pt x="2874606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427237" y="2742844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0" y="142557"/>
                  </a:moveTo>
                  <a:lnTo>
                    <a:pt x="1209" y="123827"/>
                  </a:lnTo>
                  <a:lnTo>
                    <a:pt x="4814" y="105567"/>
                  </a:lnTo>
                  <a:lnTo>
                    <a:pt x="29520" y="55774"/>
                  </a:lnTo>
                  <a:lnTo>
                    <a:pt x="71285" y="19075"/>
                  </a:lnTo>
                  <a:lnTo>
                    <a:pt x="123979" y="1208"/>
                  </a:lnTo>
                  <a:lnTo>
                    <a:pt x="142557" y="0"/>
                  </a:lnTo>
                  <a:lnTo>
                    <a:pt x="2874606" y="0"/>
                  </a:lnTo>
                  <a:lnTo>
                    <a:pt x="2929172" y="10779"/>
                  </a:lnTo>
                  <a:lnTo>
                    <a:pt x="2975354" y="41797"/>
                  </a:lnTo>
                  <a:lnTo>
                    <a:pt x="3006379" y="88031"/>
                  </a:lnTo>
                  <a:lnTo>
                    <a:pt x="3017164" y="142557"/>
                  </a:lnTo>
                  <a:lnTo>
                    <a:pt x="3017520" y="2234514"/>
                  </a:lnTo>
                  <a:lnTo>
                    <a:pt x="3016311" y="2253244"/>
                  </a:lnTo>
                  <a:lnTo>
                    <a:pt x="3012706" y="2271504"/>
                  </a:lnTo>
                  <a:lnTo>
                    <a:pt x="2988009" y="2321291"/>
                  </a:lnTo>
                  <a:lnTo>
                    <a:pt x="2946247" y="2357996"/>
                  </a:lnTo>
                  <a:lnTo>
                    <a:pt x="2893542" y="2375862"/>
                  </a:lnTo>
                  <a:lnTo>
                    <a:pt x="142557" y="2377440"/>
                  </a:lnTo>
                  <a:lnTo>
                    <a:pt x="87991" y="2366649"/>
                  </a:lnTo>
                  <a:lnTo>
                    <a:pt x="41809" y="2335630"/>
                  </a:lnTo>
                  <a:lnTo>
                    <a:pt x="10785" y="2289396"/>
                  </a:lnTo>
                  <a:lnTo>
                    <a:pt x="0" y="2234869"/>
                  </a:lnTo>
                  <a:lnTo>
                    <a:pt x="0" y="14255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6638" y="3083737"/>
              <a:ext cx="918718" cy="91838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524517" y="310860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411479" y="0"/>
                  </a:moveTo>
                  <a:lnTo>
                    <a:pt x="357595" y="3543"/>
                  </a:lnTo>
                  <a:lnTo>
                    <a:pt x="304922" y="14038"/>
                  </a:lnTo>
                  <a:lnTo>
                    <a:pt x="254137" y="31284"/>
                  </a:lnTo>
                  <a:lnTo>
                    <a:pt x="205917" y="55079"/>
                  </a:lnTo>
                  <a:lnTo>
                    <a:pt x="160987" y="85024"/>
                  </a:lnTo>
                  <a:lnTo>
                    <a:pt x="120511" y="120507"/>
                  </a:lnTo>
                  <a:lnTo>
                    <a:pt x="85029" y="160985"/>
                  </a:lnTo>
                  <a:lnTo>
                    <a:pt x="55079" y="205917"/>
                  </a:lnTo>
                  <a:lnTo>
                    <a:pt x="31289" y="254135"/>
                  </a:lnTo>
                  <a:lnTo>
                    <a:pt x="14043" y="304917"/>
                  </a:lnTo>
                  <a:lnTo>
                    <a:pt x="3544" y="357590"/>
                  </a:lnTo>
                  <a:lnTo>
                    <a:pt x="0" y="411480"/>
                  </a:lnTo>
                  <a:lnTo>
                    <a:pt x="3544" y="465369"/>
                  </a:lnTo>
                  <a:lnTo>
                    <a:pt x="14043" y="518082"/>
                  </a:lnTo>
                  <a:lnTo>
                    <a:pt x="31289" y="568972"/>
                  </a:lnTo>
                  <a:lnTo>
                    <a:pt x="55079" y="617397"/>
                  </a:lnTo>
                  <a:lnTo>
                    <a:pt x="85029" y="662122"/>
                  </a:lnTo>
                  <a:lnTo>
                    <a:pt x="120511" y="702492"/>
                  </a:lnTo>
                  <a:lnTo>
                    <a:pt x="160987" y="737936"/>
                  </a:lnTo>
                  <a:lnTo>
                    <a:pt x="205917" y="767880"/>
                  </a:lnTo>
                  <a:lnTo>
                    <a:pt x="254137" y="791670"/>
                  </a:lnTo>
                  <a:lnTo>
                    <a:pt x="304922" y="808916"/>
                  </a:lnTo>
                  <a:lnTo>
                    <a:pt x="357595" y="819415"/>
                  </a:lnTo>
                  <a:lnTo>
                    <a:pt x="411479" y="822960"/>
                  </a:lnTo>
                  <a:lnTo>
                    <a:pt x="465375" y="819415"/>
                  </a:lnTo>
                  <a:lnTo>
                    <a:pt x="518086" y="808916"/>
                  </a:lnTo>
                  <a:lnTo>
                    <a:pt x="568974" y="791670"/>
                  </a:lnTo>
                  <a:lnTo>
                    <a:pt x="617397" y="767880"/>
                  </a:lnTo>
                  <a:lnTo>
                    <a:pt x="662124" y="737936"/>
                  </a:lnTo>
                  <a:lnTo>
                    <a:pt x="702497" y="702492"/>
                  </a:lnTo>
                  <a:lnTo>
                    <a:pt x="737941" y="662122"/>
                  </a:lnTo>
                  <a:lnTo>
                    <a:pt x="767880" y="617397"/>
                  </a:lnTo>
                  <a:lnTo>
                    <a:pt x="791675" y="568972"/>
                  </a:lnTo>
                  <a:lnTo>
                    <a:pt x="808921" y="518082"/>
                  </a:lnTo>
                  <a:lnTo>
                    <a:pt x="819416" y="465369"/>
                  </a:lnTo>
                  <a:lnTo>
                    <a:pt x="822959" y="411480"/>
                  </a:lnTo>
                  <a:lnTo>
                    <a:pt x="819416" y="357590"/>
                  </a:lnTo>
                  <a:lnTo>
                    <a:pt x="808921" y="304917"/>
                  </a:lnTo>
                  <a:lnTo>
                    <a:pt x="791675" y="254135"/>
                  </a:lnTo>
                  <a:lnTo>
                    <a:pt x="767880" y="205917"/>
                  </a:lnTo>
                  <a:lnTo>
                    <a:pt x="737941" y="160985"/>
                  </a:lnTo>
                  <a:lnTo>
                    <a:pt x="702497" y="120507"/>
                  </a:lnTo>
                  <a:lnTo>
                    <a:pt x="662124" y="85024"/>
                  </a:lnTo>
                  <a:lnTo>
                    <a:pt x="617397" y="55079"/>
                  </a:lnTo>
                  <a:lnTo>
                    <a:pt x="568974" y="31284"/>
                  </a:lnTo>
                  <a:lnTo>
                    <a:pt x="518086" y="14038"/>
                  </a:lnTo>
                  <a:lnTo>
                    <a:pt x="465375" y="3543"/>
                  </a:lnTo>
                  <a:lnTo>
                    <a:pt x="411479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24517" y="3108604"/>
              <a:ext cx="822960" cy="822960"/>
            </a:xfrm>
            <a:custGeom>
              <a:avLst/>
              <a:gdLst/>
              <a:ahLst/>
              <a:cxnLst/>
              <a:rect l="l" t="t" r="r" b="b"/>
              <a:pathLst>
                <a:path w="822959" h="822960">
                  <a:moveTo>
                    <a:pt x="0" y="411480"/>
                  </a:moveTo>
                  <a:lnTo>
                    <a:pt x="3544" y="357590"/>
                  </a:lnTo>
                  <a:lnTo>
                    <a:pt x="14043" y="304917"/>
                  </a:lnTo>
                  <a:lnTo>
                    <a:pt x="31289" y="254135"/>
                  </a:lnTo>
                  <a:lnTo>
                    <a:pt x="55079" y="205917"/>
                  </a:lnTo>
                  <a:lnTo>
                    <a:pt x="85029" y="160985"/>
                  </a:lnTo>
                  <a:lnTo>
                    <a:pt x="120511" y="120507"/>
                  </a:lnTo>
                  <a:lnTo>
                    <a:pt x="160987" y="85024"/>
                  </a:lnTo>
                  <a:lnTo>
                    <a:pt x="205917" y="55079"/>
                  </a:lnTo>
                  <a:lnTo>
                    <a:pt x="254137" y="31284"/>
                  </a:lnTo>
                  <a:lnTo>
                    <a:pt x="304922" y="14038"/>
                  </a:lnTo>
                  <a:lnTo>
                    <a:pt x="357595" y="3543"/>
                  </a:lnTo>
                  <a:lnTo>
                    <a:pt x="411479" y="0"/>
                  </a:lnTo>
                  <a:lnTo>
                    <a:pt x="465375" y="3543"/>
                  </a:lnTo>
                  <a:lnTo>
                    <a:pt x="518086" y="14038"/>
                  </a:lnTo>
                  <a:lnTo>
                    <a:pt x="568974" y="31284"/>
                  </a:lnTo>
                  <a:lnTo>
                    <a:pt x="617397" y="55079"/>
                  </a:lnTo>
                  <a:lnTo>
                    <a:pt x="662124" y="85024"/>
                  </a:lnTo>
                  <a:lnTo>
                    <a:pt x="702497" y="120507"/>
                  </a:lnTo>
                  <a:lnTo>
                    <a:pt x="737941" y="160985"/>
                  </a:lnTo>
                  <a:lnTo>
                    <a:pt x="767880" y="205917"/>
                  </a:lnTo>
                  <a:lnTo>
                    <a:pt x="791675" y="254135"/>
                  </a:lnTo>
                  <a:lnTo>
                    <a:pt x="808921" y="304917"/>
                  </a:lnTo>
                  <a:lnTo>
                    <a:pt x="819416" y="357590"/>
                  </a:lnTo>
                  <a:lnTo>
                    <a:pt x="822959" y="411480"/>
                  </a:lnTo>
                  <a:lnTo>
                    <a:pt x="819416" y="465369"/>
                  </a:lnTo>
                  <a:lnTo>
                    <a:pt x="808921" y="518082"/>
                  </a:lnTo>
                  <a:lnTo>
                    <a:pt x="791675" y="568972"/>
                  </a:lnTo>
                  <a:lnTo>
                    <a:pt x="767880" y="617397"/>
                  </a:lnTo>
                  <a:lnTo>
                    <a:pt x="737941" y="662122"/>
                  </a:lnTo>
                  <a:lnTo>
                    <a:pt x="702497" y="702492"/>
                  </a:lnTo>
                  <a:lnTo>
                    <a:pt x="662124" y="737936"/>
                  </a:lnTo>
                  <a:lnTo>
                    <a:pt x="617397" y="767880"/>
                  </a:lnTo>
                  <a:lnTo>
                    <a:pt x="568974" y="791670"/>
                  </a:lnTo>
                  <a:lnTo>
                    <a:pt x="518086" y="808916"/>
                  </a:lnTo>
                  <a:lnTo>
                    <a:pt x="465375" y="819415"/>
                  </a:lnTo>
                  <a:lnTo>
                    <a:pt x="411479" y="822960"/>
                  </a:lnTo>
                  <a:lnTo>
                    <a:pt x="357595" y="819415"/>
                  </a:lnTo>
                  <a:lnTo>
                    <a:pt x="304922" y="808916"/>
                  </a:lnTo>
                  <a:lnTo>
                    <a:pt x="254137" y="791670"/>
                  </a:lnTo>
                  <a:lnTo>
                    <a:pt x="205917" y="767880"/>
                  </a:lnTo>
                  <a:lnTo>
                    <a:pt x="160987" y="737936"/>
                  </a:lnTo>
                  <a:lnTo>
                    <a:pt x="120511" y="702492"/>
                  </a:lnTo>
                  <a:lnTo>
                    <a:pt x="85029" y="662122"/>
                  </a:lnTo>
                  <a:lnTo>
                    <a:pt x="55079" y="617397"/>
                  </a:lnTo>
                  <a:lnTo>
                    <a:pt x="31289" y="568972"/>
                  </a:lnTo>
                  <a:lnTo>
                    <a:pt x="14043" y="518082"/>
                  </a:lnTo>
                  <a:lnTo>
                    <a:pt x="3544" y="465369"/>
                  </a:lnTo>
                  <a:lnTo>
                    <a:pt x="0" y="411480"/>
                  </a:lnTo>
                  <a:close/>
                </a:path>
              </a:pathLst>
            </a:custGeom>
            <a:ln w="1583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03359" y="3320262"/>
              <a:ext cx="664921" cy="40825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643326" y="3337204"/>
              <a:ext cx="585470" cy="328930"/>
            </a:xfrm>
            <a:custGeom>
              <a:avLst/>
              <a:gdLst/>
              <a:ahLst/>
              <a:cxnLst/>
              <a:rect l="l" t="t" r="r" b="b"/>
              <a:pathLst>
                <a:path w="585470" h="328929">
                  <a:moveTo>
                    <a:pt x="585000" y="0"/>
                  </a:moveTo>
                  <a:lnTo>
                    <a:pt x="0" y="0"/>
                  </a:lnTo>
                  <a:lnTo>
                    <a:pt x="0" y="328675"/>
                  </a:lnTo>
                  <a:lnTo>
                    <a:pt x="292671" y="328675"/>
                  </a:lnTo>
                  <a:lnTo>
                    <a:pt x="585000" y="328675"/>
                  </a:lnTo>
                  <a:lnTo>
                    <a:pt x="58500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11919" y="3658666"/>
              <a:ext cx="847801" cy="13393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551885" y="3675595"/>
              <a:ext cx="768350" cy="54610"/>
            </a:xfrm>
            <a:custGeom>
              <a:avLst/>
              <a:gdLst/>
              <a:ahLst/>
              <a:cxnLst/>
              <a:rect l="l" t="t" r="r" b="b"/>
              <a:pathLst>
                <a:path w="768350" h="54610">
                  <a:moveTo>
                    <a:pt x="767880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384111" y="54368"/>
                  </a:lnTo>
                  <a:lnTo>
                    <a:pt x="767880" y="54368"/>
                  </a:lnTo>
                  <a:lnTo>
                    <a:pt x="76788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649345" y="4101744"/>
            <a:ext cx="573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88857" y="4558931"/>
            <a:ext cx="8267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Any</a:t>
            </a:r>
            <a:r>
              <a:rPr sz="1200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tool</a:t>
            </a:r>
            <a:r>
              <a:rPr sz="12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that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535934" y="4741811"/>
            <a:ext cx="798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speaks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HTTP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756964" y="3873944"/>
            <a:ext cx="824230" cy="156845"/>
            <a:chOff x="3756964" y="3873944"/>
            <a:chExt cx="824230" cy="156845"/>
          </a:xfrm>
        </p:grpSpPr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56964" y="3873944"/>
              <a:ext cx="824039" cy="15626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809517" y="3931920"/>
              <a:ext cx="660400" cy="0"/>
            </a:xfrm>
            <a:custGeom>
              <a:avLst/>
              <a:gdLst/>
              <a:ahLst/>
              <a:cxnLst/>
              <a:rect l="l" t="t" r="r" b="b"/>
              <a:pathLst>
                <a:path w="660400">
                  <a:moveTo>
                    <a:pt x="0" y="0"/>
                  </a:moveTo>
                  <a:lnTo>
                    <a:pt x="659879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64354" y="389375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971416" y="3507384"/>
            <a:ext cx="408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solidFill>
                  <a:srgbClr val="9CB2CC"/>
                </a:solidFill>
                <a:latin typeface="Calibri"/>
                <a:cs typeface="Calibri"/>
              </a:rPr>
              <a:t>load</a:t>
            </a:r>
            <a:r>
              <a:rPr sz="10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i="1" spc="-25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000" i="1" spc="-10" dirty="0">
                <a:solidFill>
                  <a:srgbClr val="9CB2CC"/>
                </a:solidFill>
                <a:latin typeface="Calibri"/>
                <a:cs typeface="Calibri"/>
              </a:rPr>
              <a:t> startup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597444" y="3873944"/>
            <a:ext cx="824230" cy="156845"/>
            <a:chOff x="7597444" y="3873944"/>
            <a:chExt cx="824230" cy="156845"/>
          </a:xfrm>
        </p:grpSpPr>
        <p:pic>
          <p:nvPicPr>
            <p:cNvPr id="62" name="object 6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97444" y="3873944"/>
              <a:ext cx="824039" cy="15626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649997" y="3931920"/>
              <a:ext cx="660400" cy="0"/>
            </a:xfrm>
            <a:custGeom>
              <a:avLst/>
              <a:gdLst/>
              <a:ahLst/>
              <a:cxnLst/>
              <a:rect l="l" t="t" r="r" b="b"/>
              <a:pathLst>
                <a:path w="660400">
                  <a:moveTo>
                    <a:pt x="0" y="0"/>
                  </a:moveTo>
                  <a:lnTo>
                    <a:pt x="659879" y="0"/>
                  </a:lnTo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04834" y="389375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82" y="38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626857" y="3461664"/>
            <a:ext cx="7778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lnSpc>
                <a:spcPct val="100000"/>
              </a:lnSpc>
              <a:spcBef>
                <a:spcPts val="100"/>
              </a:spcBef>
            </a:pPr>
            <a:r>
              <a:rPr sz="1000" i="1" dirty="0">
                <a:solidFill>
                  <a:srgbClr val="9CB2CC"/>
                </a:solidFill>
                <a:latin typeface="Calibri"/>
                <a:cs typeface="Calibri"/>
              </a:rPr>
              <a:t>JSON</a:t>
            </a:r>
            <a:r>
              <a:rPr sz="1000" i="1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CB2CC"/>
                </a:solidFill>
                <a:latin typeface="Calibri"/>
                <a:cs typeface="Calibri"/>
              </a:rPr>
              <a:t>request</a:t>
            </a:r>
            <a:r>
              <a:rPr sz="1000" i="1" spc="-4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i="1" spc="-50" dirty="0">
                <a:solidFill>
                  <a:srgbClr val="9CB2CC"/>
                </a:solidFill>
                <a:latin typeface="Calibri"/>
                <a:cs typeface="Calibri"/>
              </a:rPr>
              <a:t>/</a:t>
            </a:r>
            <a:r>
              <a:rPr sz="1000" i="1" spc="-10" dirty="0">
                <a:solidFill>
                  <a:srgbClr val="9CB2CC"/>
                </a:solidFill>
                <a:latin typeface="Calibri"/>
                <a:cs typeface="Calibri"/>
              </a:rPr>
              <a:t> response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049354" y="1399666"/>
            <a:ext cx="2092325" cy="1248410"/>
            <a:chOff x="5049354" y="1399666"/>
            <a:chExt cx="2092325" cy="1248410"/>
          </a:xfrm>
        </p:grpSpPr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49354" y="1399666"/>
              <a:ext cx="2091956" cy="72001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089321" y="1416596"/>
              <a:ext cx="2012314" cy="640715"/>
            </a:xfrm>
            <a:custGeom>
              <a:avLst/>
              <a:gdLst/>
              <a:ahLst/>
              <a:cxnLst/>
              <a:rect l="l" t="t" r="r" b="b"/>
              <a:pathLst>
                <a:path w="2012315" h="640714">
                  <a:moveTo>
                    <a:pt x="128524" y="0"/>
                  </a:moveTo>
                  <a:lnTo>
                    <a:pt x="79466" y="9874"/>
                  </a:lnTo>
                  <a:lnTo>
                    <a:pt x="37934" y="37579"/>
                  </a:lnTo>
                  <a:lnTo>
                    <a:pt x="10080" y="79160"/>
                  </a:lnTo>
                  <a:lnTo>
                    <a:pt x="355" y="128168"/>
                  </a:lnTo>
                  <a:lnTo>
                    <a:pt x="0" y="512279"/>
                  </a:lnTo>
                  <a:lnTo>
                    <a:pt x="1120" y="528977"/>
                  </a:lnTo>
                  <a:lnTo>
                    <a:pt x="1130" y="529127"/>
                  </a:lnTo>
                  <a:lnTo>
                    <a:pt x="4427" y="545403"/>
                  </a:lnTo>
                  <a:lnTo>
                    <a:pt x="4454" y="545536"/>
                  </a:lnTo>
                  <a:lnTo>
                    <a:pt x="26561" y="590309"/>
                  </a:lnTo>
                  <a:lnTo>
                    <a:pt x="64084" y="623163"/>
                  </a:lnTo>
                  <a:lnTo>
                    <a:pt x="111463" y="639367"/>
                  </a:lnTo>
                  <a:lnTo>
                    <a:pt x="128155" y="640448"/>
                  </a:lnTo>
                  <a:lnTo>
                    <a:pt x="1883879" y="640448"/>
                  </a:lnTo>
                  <a:lnTo>
                    <a:pt x="1899982" y="639367"/>
                  </a:lnTo>
                  <a:lnTo>
                    <a:pt x="1900481" y="639367"/>
                  </a:lnTo>
                  <a:lnTo>
                    <a:pt x="1947964" y="623163"/>
                  </a:lnTo>
                  <a:lnTo>
                    <a:pt x="1985474" y="590309"/>
                  </a:lnTo>
                  <a:lnTo>
                    <a:pt x="2007673" y="545536"/>
                  </a:lnTo>
                  <a:lnTo>
                    <a:pt x="2012035" y="512279"/>
                  </a:lnTo>
                  <a:lnTo>
                    <a:pt x="2012011" y="128168"/>
                  </a:lnTo>
                  <a:lnTo>
                    <a:pt x="2002166" y="79466"/>
                  </a:lnTo>
                  <a:lnTo>
                    <a:pt x="1974464" y="37939"/>
                  </a:lnTo>
                  <a:lnTo>
                    <a:pt x="1932886" y="10082"/>
                  </a:lnTo>
                  <a:lnTo>
                    <a:pt x="1883879" y="368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0DB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46203" y="2073948"/>
              <a:ext cx="98996" cy="57384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095517" y="2103119"/>
              <a:ext cx="0" cy="475615"/>
            </a:xfrm>
            <a:custGeom>
              <a:avLst/>
              <a:gdLst/>
              <a:ahLst/>
              <a:cxnLst/>
              <a:rect l="l" t="t" r="r" b="b"/>
              <a:pathLst>
                <a:path h="475614">
                  <a:moveTo>
                    <a:pt x="0" y="0"/>
                  </a:moveTo>
                  <a:lnTo>
                    <a:pt x="0" y="475195"/>
                  </a:lnTo>
                </a:path>
              </a:pathLst>
            </a:custGeom>
            <a:ln w="19079">
              <a:solidFill>
                <a:srgbClr val="0DB6E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824702" y="1617738"/>
            <a:ext cx="110807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Docker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400">
              <a:latin typeface="Calibri"/>
              <a:cs typeface="Calibri"/>
            </a:endParaRPr>
          </a:p>
          <a:p>
            <a:pPr marL="407670">
              <a:lnSpc>
                <a:spcPct val="100000"/>
              </a:lnSpc>
            </a:pPr>
            <a:r>
              <a:rPr sz="1000" i="1" spc="-10" dirty="0">
                <a:solidFill>
                  <a:srgbClr val="0DB6EC"/>
                </a:solidFill>
                <a:latin typeface="Calibri"/>
                <a:cs typeface="Calibri"/>
              </a:rPr>
              <a:t>containerized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615740" y="6342024"/>
            <a:ext cx="496252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One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container,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predictable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interface,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no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Python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required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client</a:t>
            </a:r>
            <a:r>
              <a:rPr sz="1300" i="1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side.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FastAPI</a:t>
            </a:r>
            <a:r>
              <a:rPr spc="-75" dirty="0"/>
              <a:t> </a:t>
            </a:r>
            <a:r>
              <a:rPr dirty="0"/>
              <a:t>—</a:t>
            </a:r>
            <a:r>
              <a:rPr spc="-70" dirty="0"/>
              <a:t> </a:t>
            </a:r>
            <a:r>
              <a:rPr spc="-20" dirty="0"/>
              <a:t>interactive</a:t>
            </a:r>
            <a:r>
              <a:rPr spc="-75" dirty="0"/>
              <a:t> </a:t>
            </a:r>
            <a:r>
              <a:rPr dirty="0"/>
              <a:t>by</a:t>
            </a:r>
            <a:r>
              <a:rPr spc="-70" dirty="0"/>
              <a:t> </a:t>
            </a:r>
            <a:r>
              <a:rPr spc="-10" dirty="0"/>
              <a:t>default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004" y="1759673"/>
            <a:ext cx="595630" cy="595630"/>
            <a:chOff x="594004" y="1759673"/>
            <a:chExt cx="595630" cy="595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004" y="1759673"/>
              <a:ext cx="595439" cy="5950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79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576"/>
                  </a:lnTo>
                  <a:lnTo>
                    <a:pt x="218640" y="500421"/>
                  </a:lnTo>
                  <a:lnTo>
                    <a:pt x="251637" y="502564"/>
                  </a:lnTo>
                  <a:lnTo>
                    <a:pt x="284429" y="500421"/>
                  </a:lnTo>
                  <a:lnTo>
                    <a:pt x="347723" y="483576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9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058"/>
                  </a:lnTo>
                  <a:lnTo>
                    <a:pt x="251637" y="502564"/>
                  </a:lnTo>
                  <a:lnTo>
                    <a:pt x="186348" y="494058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285" y="1903310"/>
              <a:ext cx="308521" cy="3081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39" y="1920240"/>
              <a:ext cx="228600" cy="2286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04264" y="1678584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Auto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/docs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4264" y="2135771"/>
            <a:ext cx="2359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Swagger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UI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generated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from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type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hints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4004" y="2902673"/>
            <a:ext cx="595630" cy="595630"/>
            <a:chOff x="594004" y="2902673"/>
            <a:chExt cx="595630" cy="5956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004" y="2902673"/>
              <a:ext cx="595439" cy="5950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0079" y="2926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631"/>
                  </a:lnTo>
                  <a:lnTo>
                    <a:pt x="218640" y="500721"/>
                  </a:lnTo>
                  <a:lnTo>
                    <a:pt x="251637" y="502920"/>
                  </a:lnTo>
                  <a:lnTo>
                    <a:pt x="284429" y="500721"/>
                  </a:lnTo>
                  <a:lnTo>
                    <a:pt x="347723" y="483631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0079" y="2926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282"/>
                  </a:moveTo>
                  <a:lnTo>
                    <a:pt x="2148" y="218334"/>
                  </a:lnTo>
                  <a:lnTo>
                    <a:pt x="8550" y="186166"/>
                  </a:lnTo>
                  <a:lnTo>
                    <a:pt x="33845" y="125641"/>
                  </a:lnTo>
                  <a:lnTo>
                    <a:pt x="73666" y="73482"/>
                  </a:lnTo>
                  <a:lnTo>
                    <a:pt x="125641" y="33477"/>
                  </a:lnTo>
                  <a:lnTo>
                    <a:pt x="186348" y="8504"/>
                  </a:lnTo>
                  <a:lnTo>
                    <a:pt x="251637" y="0"/>
                  </a:lnTo>
                  <a:lnTo>
                    <a:pt x="316615" y="8504"/>
                  </a:lnTo>
                  <a:lnTo>
                    <a:pt x="377278" y="33477"/>
                  </a:lnTo>
                  <a:lnTo>
                    <a:pt x="429253" y="73482"/>
                  </a:lnTo>
                  <a:lnTo>
                    <a:pt x="469074" y="125641"/>
                  </a:lnTo>
                  <a:lnTo>
                    <a:pt x="494369" y="186166"/>
                  </a:lnTo>
                  <a:lnTo>
                    <a:pt x="502920" y="251282"/>
                  </a:lnTo>
                  <a:lnTo>
                    <a:pt x="500771" y="284224"/>
                  </a:lnTo>
                  <a:lnTo>
                    <a:pt x="494369" y="316393"/>
                  </a:lnTo>
                  <a:lnTo>
                    <a:pt x="469074" y="376923"/>
                  </a:lnTo>
                  <a:lnTo>
                    <a:pt x="429253" y="429071"/>
                  </a:lnTo>
                  <a:lnTo>
                    <a:pt x="377278" y="469074"/>
                  </a:lnTo>
                  <a:lnTo>
                    <a:pt x="316615" y="494236"/>
                  </a:lnTo>
                  <a:lnTo>
                    <a:pt x="251637" y="502920"/>
                  </a:lnTo>
                  <a:lnTo>
                    <a:pt x="186348" y="494236"/>
                  </a:lnTo>
                  <a:lnTo>
                    <a:pt x="125641" y="469074"/>
                  </a:lnTo>
                  <a:lnTo>
                    <a:pt x="73666" y="429071"/>
                  </a:lnTo>
                  <a:lnTo>
                    <a:pt x="33845" y="376923"/>
                  </a:lnTo>
                  <a:lnTo>
                    <a:pt x="8550" y="316393"/>
                  </a:lnTo>
                  <a:lnTo>
                    <a:pt x="2148" y="284224"/>
                  </a:lnTo>
                  <a:lnTo>
                    <a:pt x="0" y="251282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285" y="3046310"/>
              <a:ext cx="308521" cy="3081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39" y="3063240"/>
              <a:ext cx="228600" cy="2286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404264" y="2821584"/>
            <a:ext cx="1838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Strict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JSON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schema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4264" y="3278771"/>
            <a:ext cx="2403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Typed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request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and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response,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validated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4004" y="4045673"/>
            <a:ext cx="595630" cy="595630"/>
            <a:chOff x="594004" y="4045673"/>
            <a:chExt cx="595630" cy="59563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004" y="4045673"/>
              <a:ext cx="595439" cy="5950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079" y="406872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48" y="8682"/>
                  </a:lnTo>
                  <a:lnTo>
                    <a:pt x="125641" y="33832"/>
                  </a:lnTo>
                  <a:lnTo>
                    <a:pt x="73666" y="73837"/>
                  </a:lnTo>
                  <a:lnTo>
                    <a:pt x="33845" y="125996"/>
                  </a:lnTo>
                  <a:lnTo>
                    <a:pt x="8550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8" y="347773"/>
                  </a:lnTo>
                  <a:lnTo>
                    <a:pt x="52085" y="404684"/>
                  </a:lnTo>
                  <a:lnTo>
                    <a:pt x="98285" y="451132"/>
                  </a:lnTo>
                  <a:lnTo>
                    <a:pt x="155202" y="483931"/>
                  </a:lnTo>
                  <a:lnTo>
                    <a:pt x="218640" y="500776"/>
                  </a:lnTo>
                  <a:lnTo>
                    <a:pt x="251637" y="502919"/>
                  </a:lnTo>
                  <a:lnTo>
                    <a:pt x="284429" y="500776"/>
                  </a:lnTo>
                  <a:lnTo>
                    <a:pt x="347723" y="483931"/>
                  </a:lnTo>
                  <a:lnTo>
                    <a:pt x="404634" y="451132"/>
                  </a:lnTo>
                  <a:lnTo>
                    <a:pt x="450834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20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4" y="98583"/>
                  </a:lnTo>
                  <a:lnTo>
                    <a:pt x="404634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79" y="406872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637"/>
                  </a:moveTo>
                  <a:lnTo>
                    <a:pt x="2148" y="218690"/>
                  </a:lnTo>
                  <a:lnTo>
                    <a:pt x="8550" y="186521"/>
                  </a:lnTo>
                  <a:lnTo>
                    <a:pt x="33845" y="125996"/>
                  </a:lnTo>
                  <a:lnTo>
                    <a:pt x="73666" y="73837"/>
                  </a:lnTo>
                  <a:lnTo>
                    <a:pt x="125641" y="33832"/>
                  </a:lnTo>
                  <a:lnTo>
                    <a:pt x="186348" y="8682"/>
                  </a:lnTo>
                  <a:lnTo>
                    <a:pt x="251637" y="0"/>
                  </a:lnTo>
                  <a:lnTo>
                    <a:pt x="316615" y="8682"/>
                  </a:lnTo>
                  <a:lnTo>
                    <a:pt x="377278" y="33832"/>
                  </a:lnTo>
                  <a:lnTo>
                    <a:pt x="429253" y="73837"/>
                  </a:lnTo>
                  <a:lnTo>
                    <a:pt x="469074" y="125996"/>
                  </a:lnTo>
                  <a:lnTo>
                    <a:pt x="494369" y="186521"/>
                  </a:lnTo>
                  <a:lnTo>
                    <a:pt x="502920" y="251637"/>
                  </a:lnTo>
                  <a:lnTo>
                    <a:pt x="500771" y="284579"/>
                  </a:lnTo>
                  <a:lnTo>
                    <a:pt x="494369" y="316749"/>
                  </a:lnTo>
                  <a:lnTo>
                    <a:pt x="469074" y="377278"/>
                  </a:lnTo>
                  <a:lnTo>
                    <a:pt x="429253" y="429426"/>
                  </a:lnTo>
                  <a:lnTo>
                    <a:pt x="377278" y="469430"/>
                  </a:lnTo>
                  <a:lnTo>
                    <a:pt x="316615" y="494414"/>
                  </a:lnTo>
                  <a:lnTo>
                    <a:pt x="251637" y="502919"/>
                  </a:lnTo>
                  <a:lnTo>
                    <a:pt x="186348" y="494414"/>
                  </a:lnTo>
                  <a:lnTo>
                    <a:pt x="125641" y="469430"/>
                  </a:lnTo>
                  <a:lnTo>
                    <a:pt x="73666" y="429426"/>
                  </a:lnTo>
                  <a:lnTo>
                    <a:pt x="33845" y="377278"/>
                  </a:lnTo>
                  <a:lnTo>
                    <a:pt x="8550" y="316749"/>
                  </a:lnTo>
                  <a:lnTo>
                    <a:pt x="2148" y="284579"/>
                  </a:lnTo>
                  <a:lnTo>
                    <a:pt x="0" y="251637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285" y="4189310"/>
              <a:ext cx="308521" cy="30816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7239" y="4206240"/>
              <a:ext cx="228600" cy="2286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04264" y="3964584"/>
            <a:ext cx="970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Try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04264" y="4421771"/>
            <a:ext cx="2187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Test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API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right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from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browser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03277" y="1445755"/>
            <a:ext cx="5840730" cy="4834890"/>
            <a:chOff x="5903277" y="1445755"/>
            <a:chExt cx="5840730" cy="483489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3277" y="1445755"/>
              <a:ext cx="5840641" cy="48344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43244" y="1462684"/>
              <a:ext cx="5760720" cy="4754880"/>
            </a:xfrm>
            <a:custGeom>
              <a:avLst/>
              <a:gdLst/>
              <a:ahLst/>
              <a:cxnLst/>
              <a:rect l="l" t="t" r="r" b="b"/>
              <a:pathLst>
                <a:path w="5760720" h="4754880">
                  <a:moveTo>
                    <a:pt x="5570270" y="0"/>
                  </a:moveTo>
                  <a:lnTo>
                    <a:pt x="190080" y="0"/>
                  </a:lnTo>
                  <a:lnTo>
                    <a:pt x="165278" y="1613"/>
                  </a:lnTo>
                  <a:lnTo>
                    <a:pt x="117378" y="14273"/>
                  </a:lnTo>
                  <a:lnTo>
                    <a:pt x="74354" y="39194"/>
                  </a:lnTo>
                  <a:lnTo>
                    <a:pt x="39341" y="74354"/>
                  </a:lnTo>
                  <a:lnTo>
                    <a:pt x="14405" y="117378"/>
                  </a:lnTo>
                  <a:lnTo>
                    <a:pt x="1613" y="165151"/>
                  </a:lnTo>
                  <a:lnTo>
                    <a:pt x="0" y="190080"/>
                  </a:lnTo>
                  <a:lnTo>
                    <a:pt x="0" y="4564799"/>
                  </a:lnTo>
                  <a:lnTo>
                    <a:pt x="1594" y="4589359"/>
                  </a:lnTo>
                  <a:lnTo>
                    <a:pt x="1608" y="4589570"/>
                  </a:lnTo>
                  <a:lnTo>
                    <a:pt x="6344" y="4613711"/>
                  </a:lnTo>
                  <a:lnTo>
                    <a:pt x="6388" y="4613935"/>
                  </a:lnTo>
                  <a:lnTo>
                    <a:pt x="14170" y="4637184"/>
                  </a:lnTo>
                  <a:lnTo>
                    <a:pt x="39194" y="4680512"/>
                  </a:lnTo>
                  <a:lnTo>
                    <a:pt x="74349" y="4715522"/>
                  </a:lnTo>
                  <a:lnTo>
                    <a:pt x="117327" y="4740446"/>
                  </a:lnTo>
                  <a:lnTo>
                    <a:pt x="165151" y="4753264"/>
                  </a:lnTo>
                  <a:lnTo>
                    <a:pt x="190080" y="4754880"/>
                  </a:lnTo>
                  <a:lnTo>
                    <a:pt x="5570639" y="4754511"/>
                  </a:lnTo>
                  <a:lnTo>
                    <a:pt x="5619775" y="4748123"/>
                  </a:lnTo>
                  <a:lnTo>
                    <a:pt x="5665673" y="4729314"/>
                  </a:lnTo>
                  <a:lnTo>
                    <a:pt x="5705005" y="4698853"/>
                  </a:lnTo>
                  <a:lnTo>
                    <a:pt x="5735154" y="4659477"/>
                  </a:lnTo>
                  <a:lnTo>
                    <a:pt x="5754204" y="4613935"/>
                  </a:lnTo>
                  <a:lnTo>
                    <a:pt x="5759062" y="4589570"/>
                  </a:lnTo>
                  <a:lnTo>
                    <a:pt x="5759104" y="4589359"/>
                  </a:lnTo>
                  <a:lnTo>
                    <a:pt x="5760696" y="4564799"/>
                  </a:lnTo>
                  <a:lnTo>
                    <a:pt x="5760720" y="4564430"/>
                  </a:lnTo>
                  <a:lnTo>
                    <a:pt x="5760351" y="190080"/>
                  </a:lnTo>
                  <a:lnTo>
                    <a:pt x="5753963" y="140938"/>
                  </a:lnTo>
                  <a:lnTo>
                    <a:pt x="5735154" y="95034"/>
                  </a:lnTo>
                  <a:lnTo>
                    <a:pt x="5704693" y="55702"/>
                  </a:lnTo>
                  <a:lnTo>
                    <a:pt x="5665317" y="25552"/>
                  </a:lnTo>
                  <a:lnTo>
                    <a:pt x="5619551" y="6432"/>
                  </a:lnTo>
                  <a:lnTo>
                    <a:pt x="5595199" y="1613"/>
                  </a:lnTo>
                  <a:lnTo>
                    <a:pt x="5570270" y="0"/>
                  </a:lnTo>
                  <a:close/>
                </a:path>
              </a:pathLst>
            </a:custGeom>
            <a:solidFill>
              <a:srgbClr val="ECF4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3277" y="1446110"/>
              <a:ext cx="5840285" cy="49068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43244" y="1463039"/>
              <a:ext cx="5760720" cy="411480"/>
            </a:xfrm>
            <a:custGeom>
              <a:avLst/>
              <a:gdLst/>
              <a:ahLst/>
              <a:cxnLst/>
              <a:rect l="l" t="t" r="r" b="b"/>
              <a:pathLst>
                <a:path w="5760720" h="411480">
                  <a:moveTo>
                    <a:pt x="5760351" y="0"/>
                  </a:moveTo>
                  <a:lnTo>
                    <a:pt x="0" y="0"/>
                  </a:lnTo>
                  <a:lnTo>
                    <a:pt x="0" y="411124"/>
                  </a:lnTo>
                  <a:lnTo>
                    <a:pt x="2880360" y="411124"/>
                  </a:lnTo>
                  <a:lnTo>
                    <a:pt x="5760351" y="411124"/>
                  </a:lnTo>
                  <a:lnTo>
                    <a:pt x="5760351" y="0"/>
                  </a:lnTo>
                  <a:close/>
                </a:path>
              </a:pathLst>
            </a:custGeom>
            <a:solidFill>
              <a:srgbClr val="D7E5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40805" y="1564906"/>
              <a:ext cx="244436" cy="24409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80760" y="1581835"/>
              <a:ext cx="164515" cy="16452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9405" y="1564906"/>
              <a:ext cx="244436" cy="24409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9360" y="1581835"/>
              <a:ext cx="164515" cy="1645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8005" y="1564906"/>
              <a:ext cx="244436" cy="24409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37960" y="1581835"/>
              <a:ext cx="164515" cy="1645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17322" y="1518462"/>
              <a:ext cx="4743716" cy="35425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857276" y="1535404"/>
              <a:ext cx="4664075" cy="274955"/>
            </a:xfrm>
            <a:custGeom>
              <a:avLst/>
              <a:gdLst/>
              <a:ahLst/>
              <a:cxnLst/>
              <a:rect l="l" t="t" r="r" b="b"/>
              <a:pathLst>
                <a:path w="4664075" h="274955">
                  <a:moveTo>
                    <a:pt x="82803" y="0"/>
                  </a:moveTo>
                  <a:lnTo>
                    <a:pt x="41401" y="11150"/>
                  </a:lnTo>
                  <a:lnTo>
                    <a:pt x="11518" y="41389"/>
                  </a:lnTo>
                  <a:lnTo>
                    <a:pt x="368" y="82435"/>
                  </a:lnTo>
                  <a:lnTo>
                    <a:pt x="0" y="192239"/>
                  </a:lnTo>
                  <a:lnTo>
                    <a:pt x="721" y="203005"/>
                  </a:lnTo>
                  <a:lnTo>
                    <a:pt x="731" y="203161"/>
                  </a:lnTo>
                  <a:lnTo>
                    <a:pt x="2845" y="213566"/>
                  </a:lnTo>
                  <a:lnTo>
                    <a:pt x="2881" y="213744"/>
                  </a:lnTo>
                  <a:lnTo>
                    <a:pt x="6312" y="223722"/>
                  </a:lnTo>
                  <a:lnTo>
                    <a:pt x="32374" y="257526"/>
                  </a:lnTo>
                  <a:lnTo>
                    <a:pt x="71680" y="273943"/>
                  </a:lnTo>
                  <a:lnTo>
                    <a:pt x="82448" y="274675"/>
                  </a:lnTo>
                  <a:lnTo>
                    <a:pt x="4581359" y="274675"/>
                  </a:lnTo>
                  <a:lnTo>
                    <a:pt x="4622761" y="263512"/>
                  </a:lnTo>
                  <a:lnTo>
                    <a:pt x="4652645" y="233273"/>
                  </a:lnTo>
                  <a:lnTo>
                    <a:pt x="4657326" y="223922"/>
                  </a:lnTo>
                  <a:lnTo>
                    <a:pt x="4657427" y="223722"/>
                  </a:lnTo>
                  <a:lnTo>
                    <a:pt x="4660865" y="213744"/>
                  </a:lnTo>
                  <a:lnTo>
                    <a:pt x="4660926" y="213566"/>
                  </a:lnTo>
                  <a:lnTo>
                    <a:pt x="4663044" y="203161"/>
                  </a:lnTo>
                  <a:lnTo>
                    <a:pt x="4663076" y="203005"/>
                  </a:lnTo>
                  <a:lnTo>
                    <a:pt x="4663808" y="192239"/>
                  </a:lnTo>
                  <a:lnTo>
                    <a:pt x="4663784" y="82435"/>
                  </a:lnTo>
                  <a:lnTo>
                    <a:pt x="4663076" y="71869"/>
                  </a:lnTo>
                  <a:lnTo>
                    <a:pt x="4646653" y="32575"/>
                  </a:lnTo>
                  <a:lnTo>
                    <a:pt x="4612853" y="6736"/>
                  </a:lnTo>
                  <a:lnTo>
                    <a:pt x="4581359" y="355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982104" y="1583905"/>
            <a:ext cx="20072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333333"/>
                </a:solidFill>
                <a:latin typeface="Courier New"/>
                <a:cs typeface="Courier New"/>
                <a:hlinkClick r:id="rId12"/>
              </a:rPr>
              <a:t>http://127.0.0.1:8000/docs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74003" y="2082228"/>
            <a:ext cx="5299075" cy="3927475"/>
            <a:chOff x="6174003" y="2082228"/>
            <a:chExt cx="5299075" cy="3927475"/>
          </a:xfrm>
        </p:grpSpPr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74003" y="2082228"/>
              <a:ext cx="5298833" cy="392689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17196" y="2102396"/>
              <a:ext cx="5212715" cy="3841115"/>
            </a:xfrm>
            <a:custGeom>
              <a:avLst/>
              <a:gdLst/>
              <a:ahLst/>
              <a:cxnLst/>
              <a:rect l="l" t="t" r="r" b="b"/>
              <a:pathLst>
                <a:path w="5212715" h="3841115">
                  <a:moveTo>
                    <a:pt x="154089" y="0"/>
                  </a:moveTo>
                  <a:lnTo>
                    <a:pt x="114215" y="5265"/>
                  </a:lnTo>
                  <a:lnTo>
                    <a:pt x="77038" y="20523"/>
                  </a:lnTo>
                  <a:lnTo>
                    <a:pt x="45319" y="45137"/>
                  </a:lnTo>
                  <a:lnTo>
                    <a:pt x="20878" y="77038"/>
                  </a:lnTo>
                  <a:lnTo>
                    <a:pt x="5632" y="114031"/>
                  </a:lnTo>
                  <a:lnTo>
                    <a:pt x="368" y="153720"/>
                  </a:lnTo>
                  <a:lnTo>
                    <a:pt x="0" y="3687127"/>
                  </a:lnTo>
                  <a:lnTo>
                    <a:pt x="1333" y="3707263"/>
                  </a:lnTo>
                  <a:lnTo>
                    <a:pt x="5230" y="3726816"/>
                  </a:lnTo>
                  <a:lnTo>
                    <a:pt x="5265" y="3726994"/>
                  </a:lnTo>
                  <a:lnTo>
                    <a:pt x="11594" y="3745750"/>
                  </a:lnTo>
                  <a:lnTo>
                    <a:pt x="11696" y="3746050"/>
                  </a:lnTo>
                  <a:lnTo>
                    <a:pt x="20523" y="3764165"/>
                  </a:lnTo>
                  <a:lnTo>
                    <a:pt x="45137" y="3795888"/>
                  </a:lnTo>
                  <a:lnTo>
                    <a:pt x="77038" y="3820325"/>
                  </a:lnTo>
                  <a:lnTo>
                    <a:pt x="114031" y="3835582"/>
                  </a:lnTo>
                  <a:lnTo>
                    <a:pt x="153720" y="3840848"/>
                  </a:lnTo>
                  <a:lnTo>
                    <a:pt x="5058727" y="3840848"/>
                  </a:lnTo>
                  <a:lnTo>
                    <a:pt x="5098594" y="3835582"/>
                  </a:lnTo>
                  <a:lnTo>
                    <a:pt x="5135765" y="3820325"/>
                  </a:lnTo>
                  <a:lnTo>
                    <a:pt x="5167488" y="3795710"/>
                  </a:lnTo>
                  <a:lnTo>
                    <a:pt x="5191925" y="3763810"/>
                  </a:lnTo>
                  <a:lnTo>
                    <a:pt x="5207122" y="3726994"/>
                  </a:lnTo>
                  <a:lnTo>
                    <a:pt x="5207182" y="3726816"/>
                  </a:lnTo>
                  <a:lnTo>
                    <a:pt x="5211103" y="3707263"/>
                  </a:lnTo>
                  <a:lnTo>
                    <a:pt x="5212448" y="3687127"/>
                  </a:lnTo>
                  <a:lnTo>
                    <a:pt x="5212423" y="153720"/>
                  </a:lnTo>
                  <a:lnTo>
                    <a:pt x="5207182" y="114215"/>
                  </a:lnTo>
                  <a:lnTo>
                    <a:pt x="5191925" y="77038"/>
                  </a:lnTo>
                  <a:lnTo>
                    <a:pt x="5167310" y="45319"/>
                  </a:lnTo>
                  <a:lnTo>
                    <a:pt x="5135410" y="20878"/>
                  </a:lnTo>
                  <a:lnTo>
                    <a:pt x="5098416" y="5632"/>
                  </a:lnTo>
                  <a:lnTo>
                    <a:pt x="5058727" y="368"/>
                  </a:lnTo>
                  <a:lnTo>
                    <a:pt x="1540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17196" y="2102396"/>
              <a:ext cx="5212715" cy="3841115"/>
            </a:xfrm>
            <a:custGeom>
              <a:avLst/>
              <a:gdLst/>
              <a:ahLst/>
              <a:cxnLst/>
              <a:rect l="l" t="t" r="r" b="b"/>
              <a:pathLst>
                <a:path w="5212715" h="3841115">
                  <a:moveTo>
                    <a:pt x="368" y="153720"/>
                  </a:moveTo>
                  <a:lnTo>
                    <a:pt x="1701" y="133639"/>
                  </a:lnTo>
                  <a:lnTo>
                    <a:pt x="5632" y="114031"/>
                  </a:lnTo>
                  <a:lnTo>
                    <a:pt x="20878" y="77038"/>
                  </a:lnTo>
                  <a:lnTo>
                    <a:pt x="45319" y="45137"/>
                  </a:lnTo>
                  <a:lnTo>
                    <a:pt x="77038" y="20523"/>
                  </a:lnTo>
                  <a:lnTo>
                    <a:pt x="114215" y="5265"/>
                  </a:lnTo>
                  <a:lnTo>
                    <a:pt x="154089" y="0"/>
                  </a:lnTo>
                  <a:lnTo>
                    <a:pt x="5058727" y="368"/>
                  </a:lnTo>
                  <a:lnTo>
                    <a:pt x="5098416" y="5632"/>
                  </a:lnTo>
                  <a:lnTo>
                    <a:pt x="5135410" y="20878"/>
                  </a:lnTo>
                  <a:lnTo>
                    <a:pt x="5167310" y="45319"/>
                  </a:lnTo>
                  <a:lnTo>
                    <a:pt x="5191925" y="77038"/>
                  </a:lnTo>
                  <a:lnTo>
                    <a:pt x="5207182" y="114215"/>
                  </a:lnTo>
                  <a:lnTo>
                    <a:pt x="5212448" y="154089"/>
                  </a:lnTo>
                  <a:lnTo>
                    <a:pt x="5212448" y="3687127"/>
                  </a:lnTo>
                  <a:lnTo>
                    <a:pt x="5211114" y="3707208"/>
                  </a:lnTo>
                  <a:lnTo>
                    <a:pt x="5207182" y="3726816"/>
                  </a:lnTo>
                  <a:lnTo>
                    <a:pt x="5191925" y="3763810"/>
                  </a:lnTo>
                  <a:lnTo>
                    <a:pt x="5167488" y="3795710"/>
                  </a:lnTo>
                  <a:lnTo>
                    <a:pt x="5135765" y="3820325"/>
                  </a:lnTo>
                  <a:lnTo>
                    <a:pt x="5098594" y="3835582"/>
                  </a:lnTo>
                  <a:lnTo>
                    <a:pt x="5058727" y="3840848"/>
                  </a:lnTo>
                  <a:lnTo>
                    <a:pt x="153720" y="3840848"/>
                  </a:lnTo>
                  <a:lnTo>
                    <a:pt x="114031" y="3835582"/>
                  </a:lnTo>
                  <a:lnTo>
                    <a:pt x="77038" y="3820325"/>
                  </a:lnTo>
                  <a:lnTo>
                    <a:pt x="45137" y="3795888"/>
                  </a:lnTo>
                  <a:lnTo>
                    <a:pt x="20523" y="3764165"/>
                  </a:lnTo>
                  <a:lnTo>
                    <a:pt x="5265" y="3726994"/>
                  </a:lnTo>
                  <a:lnTo>
                    <a:pt x="0" y="3687127"/>
                  </a:lnTo>
                  <a:lnTo>
                    <a:pt x="368" y="153720"/>
                  </a:lnTo>
                  <a:close/>
                </a:path>
              </a:pathLst>
            </a:custGeom>
            <a:ln w="6479">
              <a:solidFill>
                <a:srgbClr val="C8D7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433464" y="2227224"/>
            <a:ext cx="903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334454"/>
                </a:solidFill>
                <a:latin typeface="Calibri"/>
                <a:cs typeface="Calibri"/>
              </a:rPr>
              <a:t>Response</a:t>
            </a:r>
            <a:r>
              <a:rPr sz="1100" b="1" spc="-40" dirty="0">
                <a:solidFill>
                  <a:srgbClr val="334454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334454"/>
                </a:solidFill>
                <a:latin typeface="Calibri"/>
                <a:cs typeface="Calibri"/>
              </a:rPr>
              <a:t>body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406197" y="2588755"/>
            <a:ext cx="4834890" cy="1268730"/>
            <a:chOff x="6406197" y="2588755"/>
            <a:chExt cx="4834890" cy="1268730"/>
          </a:xfrm>
        </p:grpSpPr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6197" y="2588755"/>
              <a:ext cx="4834801" cy="126828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446164" y="2605684"/>
              <a:ext cx="4754880" cy="1188720"/>
            </a:xfrm>
            <a:custGeom>
              <a:avLst/>
              <a:gdLst/>
              <a:ahLst/>
              <a:cxnLst/>
              <a:rect l="l" t="t" r="r" b="b"/>
              <a:pathLst>
                <a:path w="4754880" h="1188720">
                  <a:moveTo>
                    <a:pt x="4724996" y="0"/>
                  </a:moveTo>
                  <a:lnTo>
                    <a:pt x="29514" y="0"/>
                  </a:lnTo>
                  <a:lnTo>
                    <a:pt x="23393" y="1790"/>
                  </a:lnTo>
                  <a:lnTo>
                    <a:pt x="0" y="29514"/>
                  </a:lnTo>
                  <a:lnTo>
                    <a:pt x="0" y="1159192"/>
                  </a:lnTo>
                  <a:lnTo>
                    <a:pt x="1686" y="1164958"/>
                  </a:lnTo>
                  <a:lnTo>
                    <a:pt x="1790" y="1165313"/>
                  </a:lnTo>
                  <a:lnTo>
                    <a:pt x="29514" y="1188719"/>
                  </a:lnTo>
                  <a:lnTo>
                    <a:pt x="4725352" y="1188351"/>
                  </a:lnTo>
                  <a:lnTo>
                    <a:pt x="4754775" y="1159192"/>
                  </a:lnTo>
                  <a:lnTo>
                    <a:pt x="4754880" y="1152715"/>
                  </a:lnTo>
                  <a:lnTo>
                    <a:pt x="4754513" y="35636"/>
                  </a:lnTo>
                  <a:lnTo>
                    <a:pt x="4754511" y="29514"/>
                  </a:lnTo>
                  <a:lnTo>
                    <a:pt x="4731118" y="1790"/>
                  </a:lnTo>
                  <a:lnTo>
                    <a:pt x="4724996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570624" y="2684779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53671" y="2867509"/>
            <a:ext cx="2683510" cy="629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0"/>
              </a:spcBef>
            </a:pPr>
            <a:r>
              <a:rPr sz="1200" dirty="0">
                <a:solidFill>
                  <a:srgbClr val="B8E986"/>
                </a:solidFill>
                <a:latin typeface="Courier New"/>
                <a:cs typeface="Courier New"/>
              </a:rPr>
              <a:t>"prediction":</a:t>
            </a:r>
            <a:r>
              <a:rPr sz="1200" spc="-16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8E986"/>
                </a:solidFill>
                <a:latin typeface="Courier New"/>
                <a:cs typeface="Courier New"/>
              </a:rPr>
              <a:t>"DNS_SPOOFING", </a:t>
            </a:r>
            <a:r>
              <a:rPr sz="1200" dirty="0">
                <a:solidFill>
                  <a:srgbClr val="B8E986"/>
                </a:solidFill>
                <a:latin typeface="Courier New"/>
                <a:cs typeface="Courier New"/>
              </a:rPr>
              <a:t>"family":</a:t>
            </a:r>
            <a:r>
              <a:rPr sz="1200" spc="-11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8E986"/>
                </a:solidFill>
                <a:latin typeface="Courier New"/>
                <a:cs typeface="Courier New"/>
              </a:rPr>
              <a:t>"SPOOF_SCAN", </a:t>
            </a:r>
            <a:r>
              <a:rPr sz="1200" dirty="0">
                <a:solidFill>
                  <a:srgbClr val="B8E986"/>
                </a:solidFill>
                <a:latin typeface="Courier New"/>
                <a:cs typeface="Courier New"/>
              </a:rPr>
              <a:t>"stage1":</a:t>
            </a:r>
            <a:r>
              <a:rPr sz="1200" spc="-11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B8E986"/>
                </a:solidFill>
                <a:latin typeface="Courier New"/>
                <a:cs typeface="Courier New"/>
              </a:rPr>
              <a:t>"ATTACK"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70624" y="3489375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33464" y="3964584"/>
            <a:ext cx="10756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334454"/>
                </a:solidFill>
                <a:latin typeface="Calibri"/>
                <a:cs typeface="Calibri"/>
              </a:rPr>
              <a:t>Response</a:t>
            </a:r>
            <a:r>
              <a:rPr sz="1100" b="1" spc="-40" dirty="0">
                <a:solidFill>
                  <a:srgbClr val="334454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34454"/>
                </a:solidFill>
                <a:latin typeface="Calibri"/>
                <a:cs typeface="Calibri"/>
              </a:rPr>
              <a:t>headers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406197" y="4326115"/>
            <a:ext cx="4834890" cy="994410"/>
            <a:chOff x="6406197" y="4326115"/>
            <a:chExt cx="4834890" cy="994410"/>
          </a:xfrm>
        </p:grpSpPr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06197" y="4326115"/>
              <a:ext cx="4834801" cy="99396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446164" y="4343044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4731829" y="0"/>
                  </a:moveTo>
                  <a:lnTo>
                    <a:pt x="22669" y="0"/>
                  </a:lnTo>
                  <a:lnTo>
                    <a:pt x="17995" y="1079"/>
                  </a:lnTo>
                  <a:lnTo>
                    <a:pt x="0" y="22669"/>
                  </a:lnTo>
                  <a:lnTo>
                    <a:pt x="0" y="891717"/>
                  </a:lnTo>
                  <a:lnTo>
                    <a:pt x="22669" y="914400"/>
                  </a:lnTo>
                  <a:lnTo>
                    <a:pt x="4732197" y="914031"/>
                  </a:lnTo>
                  <a:lnTo>
                    <a:pt x="4754880" y="886675"/>
                  </a:lnTo>
                  <a:lnTo>
                    <a:pt x="4754513" y="27355"/>
                  </a:lnTo>
                  <a:lnTo>
                    <a:pt x="473182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6654708" y="4406869"/>
            <a:ext cx="2975610" cy="7569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100" spc="-10" dirty="0">
                <a:solidFill>
                  <a:srgbClr val="B8E986"/>
                </a:solidFill>
                <a:latin typeface="Courier New"/>
                <a:cs typeface="Courier New"/>
              </a:rPr>
              <a:t>content-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length:</a:t>
            </a:r>
            <a:r>
              <a:rPr sz="1100" spc="-5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B8E986"/>
                </a:solidFill>
                <a:latin typeface="Courier New"/>
                <a:cs typeface="Courier New"/>
              </a:rPr>
              <a:t>69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9100"/>
              </a:lnSpc>
            </a:pPr>
            <a:r>
              <a:rPr sz="1100" spc="-10" dirty="0">
                <a:solidFill>
                  <a:srgbClr val="B8E986"/>
                </a:solidFill>
                <a:latin typeface="Courier New"/>
                <a:cs typeface="Courier New"/>
              </a:rPr>
              <a:t>content-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type:</a:t>
            </a:r>
            <a:r>
              <a:rPr sz="1100" spc="-35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8E986"/>
                </a:solidFill>
                <a:latin typeface="Courier New"/>
                <a:cs typeface="Courier New"/>
              </a:rPr>
              <a:t>application/json 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date:</a:t>
            </a:r>
            <a:r>
              <a:rPr sz="1100" spc="-35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Sun,</a:t>
            </a:r>
            <a:r>
              <a:rPr sz="1100" spc="-35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26</a:t>
            </a:r>
            <a:r>
              <a:rPr sz="1100" spc="-3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Apr</a:t>
            </a:r>
            <a:r>
              <a:rPr sz="1100" spc="-35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2026</a:t>
            </a:r>
            <a:r>
              <a:rPr sz="1100" spc="-3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18:06:11</a:t>
            </a:r>
            <a:r>
              <a:rPr sz="1100" spc="-35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B8E986"/>
                </a:solidFill>
                <a:latin typeface="Courier New"/>
                <a:cs typeface="Courier New"/>
              </a:rPr>
              <a:t>GMT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B8E986"/>
                </a:solidFill>
                <a:latin typeface="Courier New"/>
                <a:cs typeface="Courier New"/>
              </a:rPr>
              <a:t>server:</a:t>
            </a:r>
            <a:r>
              <a:rPr sz="1100" spc="-6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8E986"/>
                </a:solidFill>
                <a:latin typeface="Courier New"/>
                <a:cs typeface="Courier New"/>
              </a:rPr>
              <a:t>uvicorn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749597" y="2177630"/>
            <a:ext cx="628650" cy="400050"/>
            <a:chOff x="10749597" y="2177630"/>
            <a:chExt cx="628650" cy="400050"/>
          </a:xfrm>
        </p:grpSpPr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49597" y="2177630"/>
              <a:ext cx="628561" cy="399605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0789564" y="2194559"/>
              <a:ext cx="548640" cy="320040"/>
            </a:xfrm>
            <a:custGeom>
              <a:avLst/>
              <a:gdLst/>
              <a:ahLst/>
              <a:cxnLst/>
              <a:rect l="l" t="t" r="r" b="b"/>
              <a:pathLst>
                <a:path w="548640" h="320039">
                  <a:moveTo>
                    <a:pt x="508673" y="0"/>
                  </a:moveTo>
                  <a:lnTo>
                    <a:pt x="39598" y="0"/>
                  </a:lnTo>
                  <a:lnTo>
                    <a:pt x="31318" y="2159"/>
                  </a:lnTo>
                  <a:lnTo>
                    <a:pt x="24117" y="6476"/>
                  </a:lnTo>
                  <a:lnTo>
                    <a:pt x="16560" y="10439"/>
                  </a:lnTo>
                  <a:lnTo>
                    <a:pt x="10795" y="16560"/>
                  </a:lnTo>
                  <a:lnTo>
                    <a:pt x="6476" y="23761"/>
                  </a:lnTo>
                  <a:lnTo>
                    <a:pt x="2158" y="31318"/>
                  </a:lnTo>
                  <a:lnTo>
                    <a:pt x="0" y="39598"/>
                  </a:lnTo>
                  <a:lnTo>
                    <a:pt x="0" y="280441"/>
                  </a:lnTo>
                  <a:lnTo>
                    <a:pt x="2066" y="288366"/>
                  </a:lnTo>
                  <a:lnTo>
                    <a:pt x="2158" y="288721"/>
                  </a:lnTo>
                  <a:lnTo>
                    <a:pt x="6476" y="295922"/>
                  </a:lnTo>
                  <a:lnTo>
                    <a:pt x="10439" y="303479"/>
                  </a:lnTo>
                  <a:lnTo>
                    <a:pt x="16560" y="309244"/>
                  </a:lnTo>
                  <a:lnTo>
                    <a:pt x="23761" y="313563"/>
                  </a:lnTo>
                  <a:lnTo>
                    <a:pt x="31318" y="317880"/>
                  </a:lnTo>
                  <a:lnTo>
                    <a:pt x="39598" y="320039"/>
                  </a:lnTo>
                  <a:lnTo>
                    <a:pt x="509041" y="319684"/>
                  </a:lnTo>
                  <a:lnTo>
                    <a:pt x="517321" y="317525"/>
                  </a:lnTo>
                  <a:lnTo>
                    <a:pt x="524509" y="313194"/>
                  </a:lnTo>
                  <a:lnTo>
                    <a:pt x="532079" y="309244"/>
                  </a:lnTo>
                  <a:lnTo>
                    <a:pt x="548640" y="271805"/>
                  </a:lnTo>
                  <a:lnTo>
                    <a:pt x="548271" y="47878"/>
                  </a:lnTo>
                  <a:lnTo>
                    <a:pt x="548271" y="39598"/>
                  </a:lnTo>
                  <a:lnTo>
                    <a:pt x="546112" y="31318"/>
                  </a:lnTo>
                  <a:lnTo>
                    <a:pt x="541794" y="24117"/>
                  </a:lnTo>
                  <a:lnTo>
                    <a:pt x="537832" y="16560"/>
                  </a:lnTo>
                  <a:lnTo>
                    <a:pt x="531710" y="10794"/>
                  </a:lnTo>
                  <a:lnTo>
                    <a:pt x="524509" y="6476"/>
                  </a:lnTo>
                  <a:lnTo>
                    <a:pt x="516953" y="2159"/>
                  </a:lnTo>
                  <a:lnTo>
                    <a:pt x="508673" y="0"/>
                  </a:lnTo>
                  <a:close/>
                </a:path>
              </a:pathLst>
            </a:custGeom>
            <a:solidFill>
              <a:srgbClr val="2FD2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0944618" y="2258187"/>
            <a:ext cx="2381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0A0E1C"/>
                </a:solidFill>
                <a:latin typeface="Calibri"/>
                <a:cs typeface="Calibri"/>
              </a:rPr>
              <a:t>200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883302" y="6387731"/>
            <a:ext cx="2420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Live</a:t>
            </a:r>
            <a:r>
              <a:rPr sz="12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demo</a:t>
            </a:r>
            <a:r>
              <a:rPr sz="12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target:</a:t>
            </a:r>
            <a:r>
              <a:rPr sz="12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/docs</a:t>
            </a:r>
            <a:r>
              <a:rPr sz="12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in</a:t>
            </a:r>
            <a:r>
              <a:rPr sz="12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2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CB2CC"/>
                </a:solidFill>
                <a:latin typeface="Calibri"/>
                <a:cs typeface="Calibri"/>
              </a:rPr>
              <a:t>browser.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70" dirty="0"/>
              <a:t> </a:t>
            </a:r>
            <a:r>
              <a:rPr dirty="0"/>
              <a:t>JSON</a:t>
            </a:r>
            <a:r>
              <a:rPr spc="-70" dirty="0"/>
              <a:t> </a:t>
            </a:r>
            <a:r>
              <a:rPr dirty="0"/>
              <a:t>in,</a:t>
            </a:r>
            <a:r>
              <a:rPr spc="-65" dirty="0"/>
              <a:t> </a:t>
            </a:r>
            <a:r>
              <a:rPr dirty="0"/>
              <a:t>one</a:t>
            </a:r>
            <a:r>
              <a:rPr spc="-70" dirty="0"/>
              <a:t> </a:t>
            </a:r>
            <a:r>
              <a:rPr dirty="0"/>
              <a:t>decision</a:t>
            </a:r>
            <a:r>
              <a:rPr spc="-65" dirty="0"/>
              <a:t> </a:t>
            </a:r>
            <a:r>
              <a:rPr spc="-25" dirty="0"/>
              <a:t>out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5083" y="1532508"/>
            <a:ext cx="5301615" cy="4661535"/>
            <a:chOff x="595083" y="1532508"/>
            <a:chExt cx="5301615" cy="4661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083" y="1532508"/>
              <a:ext cx="5301361" cy="46609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9724" y="1554124"/>
              <a:ext cx="5212080" cy="4572000"/>
            </a:xfrm>
            <a:custGeom>
              <a:avLst/>
              <a:gdLst/>
              <a:ahLst/>
              <a:cxnLst/>
              <a:rect l="l" t="t" r="r" b="b"/>
              <a:pathLst>
                <a:path w="5212080" h="4572000">
                  <a:moveTo>
                    <a:pt x="4983480" y="0"/>
                  </a:moveTo>
                  <a:lnTo>
                    <a:pt x="228600" y="0"/>
                  </a:lnTo>
                  <a:lnTo>
                    <a:pt x="198766" y="1946"/>
                  </a:lnTo>
                  <a:lnTo>
                    <a:pt x="141267" y="17311"/>
                  </a:lnTo>
                  <a:lnTo>
                    <a:pt x="89473" y="47297"/>
                  </a:lnTo>
                  <a:lnTo>
                    <a:pt x="47297" y="89473"/>
                  </a:lnTo>
                  <a:lnTo>
                    <a:pt x="17311" y="141267"/>
                  </a:lnTo>
                  <a:lnTo>
                    <a:pt x="1946" y="198766"/>
                  </a:lnTo>
                  <a:lnTo>
                    <a:pt x="0" y="228600"/>
                  </a:lnTo>
                  <a:lnTo>
                    <a:pt x="0" y="4343400"/>
                  </a:lnTo>
                  <a:lnTo>
                    <a:pt x="7739" y="4402524"/>
                  </a:lnTo>
                  <a:lnTo>
                    <a:pt x="30594" y="4457877"/>
                  </a:lnTo>
                  <a:lnTo>
                    <a:pt x="67002" y="4505036"/>
                  </a:lnTo>
                  <a:lnTo>
                    <a:pt x="114477" y="4541393"/>
                  </a:lnTo>
                  <a:lnTo>
                    <a:pt x="169510" y="4564259"/>
                  </a:lnTo>
                  <a:lnTo>
                    <a:pt x="228600" y="4572000"/>
                  </a:lnTo>
                  <a:lnTo>
                    <a:pt x="4983480" y="4572000"/>
                  </a:lnTo>
                  <a:lnTo>
                    <a:pt x="5042558" y="4564259"/>
                  </a:lnTo>
                  <a:lnTo>
                    <a:pt x="5097589" y="4541393"/>
                  </a:lnTo>
                  <a:lnTo>
                    <a:pt x="5145070" y="4505036"/>
                  </a:lnTo>
                  <a:lnTo>
                    <a:pt x="5181473" y="4457877"/>
                  </a:lnTo>
                  <a:lnTo>
                    <a:pt x="5204339" y="4402524"/>
                  </a:lnTo>
                  <a:lnTo>
                    <a:pt x="5212080" y="4343400"/>
                  </a:lnTo>
                  <a:lnTo>
                    <a:pt x="5212080" y="228600"/>
                  </a:lnTo>
                  <a:lnTo>
                    <a:pt x="5204339" y="169510"/>
                  </a:lnTo>
                  <a:lnTo>
                    <a:pt x="5181473" y="114477"/>
                  </a:lnTo>
                  <a:lnTo>
                    <a:pt x="5145070" y="67002"/>
                  </a:lnTo>
                  <a:lnTo>
                    <a:pt x="5097589" y="30594"/>
                  </a:lnTo>
                  <a:lnTo>
                    <a:pt x="5042558" y="7739"/>
                  </a:lnTo>
                  <a:lnTo>
                    <a:pt x="4983480" y="0"/>
                  </a:lnTo>
                  <a:close/>
                </a:path>
              </a:pathLst>
            </a:custGeom>
            <a:solidFill>
              <a:srgbClr val="0E1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9724" y="1554124"/>
              <a:ext cx="5212080" cy="4572000"/>
            </a:xfrm>
            <a:custGeom>
              <a:avLst/>
              <a:gdLst/>
              <a:ahLst/>
              <a:cxnLst/>
              <a:rect l="l" t="t" r="r" b="b"/>
              <a:pathLst>
                <a:path w="5212080" h="45720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2" y="67002"/>
                  </a:lnTo>
                  <a:lnTo>
                    <a:pt x="114477" y="30594"/>
                  </a:lnTo>
                  <a:lnTo>
                    <a:pt x="169510" y="7739"/>
                  </a:lnTo>
                  <a:lnTo>
                    <a:pt x="228600" y="0"/>
                  </a:lnTo>
                  <a:lnTo>
                    <a:pt x="4983480" y="0"/>
                  </a:lnTo>
                  <a:lnTo>
                    <a:pt x="5042558" y="7739"/>
                  </a:lnTo>
                  <a:lnTo>
                    <a:pt x="5097589" y="30594"/>
                  </a:lnTo>
                  <a:lnTo>
                    <a:pt x="5145070" y="67002"/>
                  </a:lnTo>
                  <a:lnTo>
                    <a:pt x="5181473" y="114477"/>
                  </a:lnTo>
                  <a:lnTo>
                    <a:pt x="5204339" y="169510"/>
                  </a:lnTo>
                  <a:lnTo>
                    <a:pt x="5212080" y="228600"/>
                  </a:lnTo>
                  <a:lnTo>
                    <a:pt x="5212080" y="4343400"/>
                  </a:lnTo>
                  <a:lnTo>
                    <a:pt x="5210133" y="4373231"/>
                  </a:lnTo>
                  <a:lnTo>
                    <a:pt x="5204339" y="4402524"/>
                  </a:lnTo>
                  <a:lnTo>
                    <a:pt x="5181473" y="4457877"/>
                  </a:lnTo>
                  <a:lnTo>
                    <a:pt x="5145070" y="4505036"/>
                  </a:lnTo>
                  <a:lnTo>
                    <a:pt x="5097589" y="4541393"/>
                  </a:lnTo>
                  <a:lnTo>
                    <a:pt x="5042558" y="4564259"/>
                  </a:lnTo>
                  <a:lnTo>
                    <a:pt x="4983480" y="4572000"/>
                  </a:lnTo>
                  <a:lnTo>
                    <a:pt x="228600" y="4572000"/>
                  </a:lnTo>
                  <a:lnTo>
                    <a:pt x="169510" y="4564259"/>
                  </a:lnTo>
                  <a:lnTo>
                    <a:pt x="114477" y="4541393"/>
                  </a:lnTo>
                  <a:lnTo>
                    <a:pt x="67002" y="4505036"/>
                  </a:lnTo>
                  <a:lnTo>
                    <a:pt x="30594" y="4457877"/>
                  </a:lnTo>
                  <a:lnTo>
                    <a:pt x="7739" y="4402524"/>
                  </a:lnTo>
                  <a:lnTo>
                    <a:pt x="0" y="4343400"/>
                  </a:lnTo>
                  <a:lnTo>
                    <a:pt x="0" y="228600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005" y="1701698"/>
              <a:ext cx="244436" cy="2441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2959" y="1718640"/>
              <a:ext cx="164515" cy="1645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7325" y="1701698"/>
              <a:ext cx="244436" cy="2441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279" y="1718640"/>
              <a:ext cx="164515" cy="1645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1645" y="1701698"/>
              <a:ext cx="244436" cy="2441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1600" y="1718640"/>
              <a:ext cx="164515" cy="16451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815744" y="1705940"/>
            <a:ext cx="19640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9CB2CC"/>
                </a:solidFill>
                <a:latin typeface="Courier New"/>
                <a:cs typeface="Courier New"/>
              </a:rPr>
              <a:t>Request</a:t>
            </a:r>
            <a:r>
              <a:rPr sz="1100" b="1" spc="-30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9CB2CC"/>
                </a:solidFill>
                <a:latin typeface="Courier New"/>
                <a:cs typeface="Courier New"/>
              </a:rPr>
              <a:t>—</a:t>
            </a:r>
            <a:r>
              <a:rPr sz="1100" b="1" spc="-30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9CB2CC"/>
                </a:solidFill>
                <a:latin typeface="Courier New"/>
                <a:cs typeface="Courier New"/>
              </a:rPr>
              <a:t>POST</a:t>
            </a:r>
            <a:r>
              <a:rPr sz="1100" b="1" spc="-30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9CB2CC"/>
                </a:solidFill>
                <a:latin typeface="Courier New"/>
                <a:cs typeface="Courier New"/>
              </a:rPr>
              <a:t>/predict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9398" y="2034349"/>
            <a:ext cx="5576570" cy="1502410"/>
            <a:chOff x="779398" y="2034349"/>
            <a:chExt cx="5576570" cy="150241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398" y="2034349"/>
              <a:ext cx="4933073" cy="8605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22604" y="2057399"/>
              <a:ext cx="4846955" cy="0"/>
            </a:xfrm>
            <a:custGeom>
              <a:avLst/>
              <a:gdLst/>
              <a:ahLst/>
              <a:cxnLst/>
              <a:rect l="l" t="t" r="r" b="b"/>
              <a:pathLst>
                <a:path w="4846955">
                  <a:moveTo>
                    <a:pt x="0" y="0"/>
                  </a:moveTo>
                  <a:lnTo>
                    <a:pt x="4846675" y="0"/>
                  </a:lnTo>
                </a:path>
              </a:pathLst>
            </a:custGeom>
            <a:ln w="647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42076" y="3361664"/>
              <a:ext cx="507238" cy="1746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97879" y="3429000"/>
              <a:ext cx="323215" cy="0"/>
            </a:xfrm>
            <a:custGeom>
              <a:avLst/>
              <a:gdLst/>
              <a:ahLst/>
              <a:cxnLst/>
              <a:rect l="l" t="t" r="r" b="b"/>
              <a:pathLst>
                <a:path w="323214">
                  <a:moveTo>
                    <a:pt x="0" y="0"/>
                  </a:moveTo>
                  <a:lnTo>
                    <a:pt x="322922" y="0"/>
                  </a:lnTo>
                </a:path>
              </a:pathLst>
            </a:custGeom>
            <a:ln w="3167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7925" y="3371392"/>
              <a:ext cx="497878" cy="15516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968441" y="3429000"/>
              <a:ext cx="340995" cy="0"/>
            </a:xfrm>
            <a:custGeom>
              <a:avLst/>
              <a:gdLst/>
              <a:ahLst/>
              <a:cxnLst/>
              <a:rect l="l" t="t" r="r" b="b"/>
              <a:pathLst>
                <a:path w="340995">
                  <a:moveTo>
                    <a:pt x="340918" y="0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97879" y="339120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5603" y="0"/>
                  </a:moveTo>
                  <a:lnTo>
                    <a:pt x="0" y="37795"/>
                  </a:lnTo>
                  <a:lnTo>
                    <a:pt x="75603" y="75590"/>
                  </a:lnTo>
                  <a:lnTo>
                    <a:pt x="75603" y="0"/>
                  </a:lnTo>
                  <a:close/>
                </a:path>
              </a:pathLst>
            </a:custGeom>
            <a:solidFill>
              <a:srgbClr val="4FA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01344" y="2318651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4391" y="2565615"/>
            <a:ext cx="1217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"features":</a:t>
            </a:r>
            <a:r>
              <a:rPr sz="1200" spc="-1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67743" y="2748727"/>
            <a:ext cx="2136140" cy="249428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"Protocol</a:t>
            </a:r>
            <a:r>
              <a:rPr sz="1200" spc="-9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Type":</a:t>
            </a:r>
            <a:r>
              <a:rPr sz="1200" spc="-6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B8E986"/>
                </a:solidFill>
                <a:latin typeface="Courier New"/>
                <a:cs typeface="Courier New"/>
              </a:rPr>
              <a:t>6,</a:t>
            </a:r>
            <a:endParaRPr sz="1200">
              <a:latin typeface="Courier New"/>
              <a:cs typeface="Courier New"/>
            </a:endParaRPr>
          </a:p>
          <a:p>
            <a:pPr marL="12700" marR="97155">
              <a:lnSpc>
                <a:spcPts val="1939"/>
              </a:lnSpc>
              <a:spcBef>
                <a:spcPts val="150"/>
              </a:spcBef>
            </a:pP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"Flow</a:t>
            </a:r>
            <a:r>
              <a:rPr sz="1200" spc="-9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Duration":</a:t>
            </a:r>
            <a:r>
              <a:rPr sz="1200" spc="-6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B8E986"/>
                </a:solidFill>
                <a:latin typeface="Courier New"/>
                <a:cs typeface="Courier New"/>
              </a:rPr>
              <a:t>120,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"Tot</a:t>
            </a:r>
            <a:r>
              <a:rPr sz="1200" spc="-5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Fwd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Pkts":</a:t>
            </a:r>
            <a:r>
              <a:rPr sz="1200" spc="-3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B8E986"/>
                </a:solidFill>
                <a:latin typeface="Courier New"/>
                <a:cs typeface="Courier New"/>
              </a:rPr>
              <a:t>5,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"Tot</a:t>
            </a:r>
            <a:r>
              <a:rPr sz="1200" spc="-5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Bwd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Pkts":</a:t>
            </a:r>
            <a:r>
              <a:rPr sz="1200" spc="-3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B8E986"/>
                </a:solidFill>
                <a:latin typeface="Courier New"/>
                <a:cs typeface="Courier New"/>
              </a:rPr>
              <a:t>3,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"Flow</a:t>
            </a:r>
            <a:r>
              <a:rPr sz="1200" spc="-8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Bytes/s":</a:t>
            </a:r>
            <a:r>
              <a:rPr sz="1200" spc="-7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AF20"/>
                </a:solidFill>
                <a:latin typeface="Courier New"/>
                <a:cs typeface="Courier New"/>
              </a:rPr>
              <a:t>200.5,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939"/>
              </a:lnSpc>
              <a:spcBef>
                <a:spcPts val="20"/>
              </a:spcBef>
            </a:pP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"Flow</a:t>
            </a:r>
            <a:r>
              <a:rPr sz="1200" spc="-7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Pkts/s":</a:t>
            </a:r>
            <a:r>
              <a:rPr sz="1200" spc="-6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AF20"/>
                </a:solidFill>
                <a:latin typeface="Courier New"/>
                <a:cs typeface="Courier New"/>
              </a:rPr>
              <a:t>10.2,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"Fwd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Pkt</a:t>
            </a:r>
            <a:r>
              <a:rPr sz="1200" spc="-4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Len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Mean":</a:t>
            </a:r>
            <a:r>
              <a:rPr sz="1200" spc="-2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B8E986"/>
                </a:solidFill>
                <a:latin typeface="Courier New"/>
                <a:cs typeface="Courier New"/>
              </a:rPr>
              <a:t>50,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939"/>
              </a:lnSpc>
              <a:spcBef>
                <a:spcPts val="5"/>
              </a:spcBef>
            </a:pP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"Bwd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Pkt</a:t>
            </a:r>
            <a:r>
              <a:rPr sz="1200" spc="-4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Len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Mean":</a:t>
            </a:r>
            <a:r>
              <a:rPr sz="1200" spc="-2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B8E986"/>
                </a:solidFill>
                <a:latin typeface="Courier New"/>
                <a:cs typeface="Courier New"/>
              </a:rPr>
              <a:t>45,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"SYN</a:t>
            </a:r>
            <a:r>
              <a:rPr sz="1200" spc="-5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Flag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Cnt":</a:t>
            </a:r>
            <a:r>
              <a:rPr sz="1200" spc="-3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B8E986"/>
                </a:solidFill>
                <a:latin typeface="Courier New"/>
                <a:cs typeface="Courier New"/>
              </a:rPr>
              <a:t>1,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"ACK</a:t>
            </a:r>
            <a:r>
              <a:rPr sz="1200" spc="-5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Flag</a:t>
            </a:r>
            <a:r>
              <a:rPr sz="1200" spc="-5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DFFF"/>
                </a:solidFill>
                <a:latin typeface="Courier New"/>
                <a:cs typeface="Courier New"/>
              </a:rPr>
              <a:t>Cnt":</a:t>
            </a:r>
            <a:r>
              <a:rPr sz="1200" spc="-3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solidFill>
                  <a:srgbClr val="B8E986"/>
                </a:solidFill>
                <a:latin typeface="Courier New"/>
                <a:cs typeface="Courier New"/>
              </a:rPr>
              <a:t>1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84391" y="5281460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1344" y="5528055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61138" y="2913024"/>
            <a:ext cx="3308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i="1" spc="-20" dirty="0">
                <a:solidFill>
                  <a:srgbClr val="00DFFF"/>
                </a:solidFill>
                <a:latin typeface="Courier New"/>
                <a:cs typeface="Courier New"/>
              </a:rPr>
              <a:t>POST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10083" y="1532508"/>
            <a:ext cx="5301615" cy="4661535"/>
            <a:chOff x="6310083" y="1532508"/>
            <a:chExt cx="5301615" cy="466153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0083" y="1532508"/>
              <a:ext cx="5301361" cy="4660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54724" y="1554124"/>
              <a:ext cx="5212080" cy="4572000"/>
            </a:xfrm>
            <a:custGeom>
              <a:avLst/>
              <a:gdLst/>
              <a:ahLst/>
              <a:cxnLst/>
              <a:rect l="l" t="t" r="r" b="b"/>
              <a:pathLst>
                <a:path w="5212080" h="4572000">
                  <a:moveTo>
                    <a:pt x="4983480" y="0"/>
                  </a:moveTo>
                  <a:lnTo>
                    <a:pt x="228599" y="0"/>
                  </a:lnTo>
                  <a:lnTo>
                    <a:pt x="198766" y="1946"/>
                  </a:lnTo>
                  <a:lnTo>
                    <a:pt x="141267" y="17311"/>
                  </a:lnTo>
                  <a:lnTo>
                    <a:pt x="89473" y="47297"/>
                  </a:lnTo>
                  <a:lnTo>
                    <a:pt x="47297" y="89473"/>
                  </a:lnTo>
                  <a:lnTo>
                    <a:pt x="17311" y="141267"/>
                  </a:lnTo>
                  <a:lnTo>
                    <a:pt x="1946" y="198766"/>
                  </a:lnTo>
                  <a:lnTo>
                    <a:pt x="0" y="228600"/>
                  </a:lnTo>
                  <a:lnTo>
                    <a:pt x="0" y="4343400"/>
                  </a:lnTo>
                  <a:lnTo>
                    <a:pt x="7739" y="4402524"/>
                  </a:lnTo>
                  <a:lnTo>
                    <a:pt x="30594" y="4457877"/>
                  </a:lnTo>
                  <a:lnTo>
                    <a:pt x="67002" y="4505036"/>
                  </a:lnTo>
                  <a:lnTo>
                    <a:pt x="114477" y="4541393"/>
                  </a:lnTo>
                  <a:lnTo>
                    <a:pt x="169510" y="4564259"/>
                  </a:lnTo>
                  <a:lnTo>
                    <a:pt x="228599" y="4572000"/>
                  </a:lnTo>
                  <a:lnTo>
                    <a:pt x="4983480" y="4572000"/>
                  </a:lnTo>
                  <a:lnTo>
                    <a:pt x="5042604" y="4564259"/>
                  </a:lnTo>
                  <a:lnTo>
                    <a:pt x="5097957" y="4541393"/>
                  </a:lnTo>
                  <a:lnTo>
                    <a:pt x="5145116" y="4505036"/>
                  </a:lnTo>
                  <a:lnTo>
                    <a:pt x="5181472" y="4457877"/>
                  </a:lnTo>
                  <a:lnTo>
                    <a:pt x="5204339" y="4402524"/>
                  </a:lnTo>
                  <a:lnTo>
                    <a:pt x="5212080" y="4343400"/>
                  </a:lnTo>
                  <a:lnTo>
                    <a:pt x="5212080" y="228600"/>
                  </a:lnTo>
                  <a:lnTo>
                    <a:pt x="5204339" y="169510"/>
                  </a:lnTo>
                  <a:lnTo>
                    <a:pt x="5181472" y="114477"/>
                  </a:lnTo>
                  <a:lnTo>
                    <a:pt x="5145116" y="67002"/>
                  </a:lnTo>
                  <a:lnTo>
                    <a:pt x="5097957" y="30594"/>
                  </a:lnTo>
                  <a:lnTo>
                    <a:pt x="5042604" y="7739"/>
                  </a:lnTo>
                  <a:lnTo>
                    <a:pt x="4983480" y="0"/>
                  </a:lnTo>
                  <a:close/>
                </a:path>
              </a:pathLst>
            </a:custGeom>
            <a:solidFill>
              <a:srgbClr val="0E1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54724" y="1554124"/>
              <a:ext cx="5212080" cy="4572000"/>
            </a:xfrm>
            <a:custGeom>
              <a:avLst/>
              <a:gdLst/>
              <a:ahLst/>
              <a:cxnLst/>
              <a:rect l="l" t="t" r="r" b="b"/>
              <a:pathLst>
                <a:path w="5212080" h="45720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2" y="67002"/>
                  </a:lnTo>
                  <a:lnTo>
                    <a:pt x="114477" y="30594"/>
                  </a:lnTo>
                  <a:lnTo>
                    <a:pt x="169510" y="7739"/>
                  </a:lnTo>
                  <a:lnTo>
                    <a:pt x="228599" y="0"/>
                  </a:lnTo>
                  <a:lnTo>
                    <a:pt x="4983480" y="0"/>
                  </a:lnTo>
                  <a:lnTo>
                    <a:pt x="5042604" y="7739"/>
                  </a:lnTo>
                  <a:lnTo>
                    <a:pt x="5097957" y="30594"/>
                  </a:lnTo>
                  <a:lnTo>
                    <a:pt x="5145116" y="67002"/>
                  </a:lnTo>
                  <a:lnTo>
                    <a:pt x="5181472" y="114477"/>
                  </a:lnTo>
                  <a:lnTo>
                    <a:pt x="5204339" y="169510"/>
                  </a:lnTo>
                  <a:lnTo>
                    <a:pt x="5212080" y="228600"/>
                  </a:lnTo>
                  <a:lnTo>
                    <a:pt x="5212080" y="4343400"/>
                  </a:lnTo>
                  <a:lnTo>
                    <a:pt x="5210133" y="4373231"/>
                  </a:lnTo>
                  <a:lnTo>
                    <a:pt x="5204339" y="4402524"/>
                  </a:lnTo>
                  <a:lnTo>
                    <a:pt x="5181472" y="4457877"/>
                  </a:lnTo>
                  <a:lnTo>
                    <a:pt x="5145116" y="4505036"/>
                  </a:lnTo>
                  <a:lnTo>
                    <a:pt x="5097957" y="4541393"/>
                  </a:lnTo>
                  <a:lnTo>
                    <a:pt x="5042604" y="4564259"/>
                  </a:lnTo>
                  <a:lnTo>
                    <a:pt x="4983480" y="4572000"/>
                  </a:lnTo>
                  <a:lnTo>
                    <a:pt x="228599" y="4572000"/>
                  </a:lnTo>
                  <a:lnTo>
                    <a:pt x="169510" y="4564259"/>
                  </a:lnTo>
                  <a:lnTo>
                    <a:pt x="114477" y="4541393"/>
                  </a:lnTo>
                  <a:lnTo>
                    <a:pt x="67002" y="4505036"/>
                  </a:lnTo>
                  <a:lnTo>
                    <a:pt x="30594" y="4457877"/>
                  </a:lnTo>
                  <a:lnTo>
                    <a:pt x="7739" y="4402524"/>
                  </a:lnTo>
                  <a:lnTo>
                    <a:pt x="0" y="4343400"/>
                  </a:lnTo>
                  <a:lnTo>
                    <a:pt x="0" y="228600"/>
                  </a:lnTo>
                  <a:close/>
                </a:path>
              </a:pathLst>
            </a:custGeom>
            <a:ln w="9359">
              <a:solidFill>
                <a:srgbClr val="2FD2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8005" y="1701698"/>
              <a:ext cx="244436" cy="24410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7959" y="1718640"/>
              <a:ext cx="164515" cy="16451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2325" y="1701698"/>
              <a:ext cx="244436" cy="2441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12279" y="1718640"/>
              <a:ext cx="164515" cy="16451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6645" y="1701698"/>
              <a:ext cx="244436" cy="24410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6599" y="1718640"/>
              <a:ext cx="164515" cy="16451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530744" y="1705940"/>
            <a:ext cx="14579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9CB2CC"/>
                </a:solidFill>
                <a:latin typeface="Courier New"/>
                <a:cs typeface="Courier New"/>
              </a:rPr>
              <a:t>Response</a:t>
            </a:r>
            <a:r>
              <a:rPr sz="1100" b="1" spc="-30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9CB2CC"/>
                </a:solidFill>
                <a:latin typeface="Courier New"/>
                <a:cs typeface="Courier New"/>
              </a:rPr>
              <a:t>—</a:t>
            </a:r>
            <a:r>
              <a:rPr sz="1100" b="1" spc="-30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9CB2CC"/>
                </a:solidFill>
                <a:latin typeface="Courier New"/>
                <a:cs typeface="Courier New"/>
              </a:rPr>
              <a:t>200</a:t>
            </a:r>
            <a:r>
              <a:rPr sz="1100" b="1" spc="-30" dirty="0">
                <a:solidFill>
                  <a:srgbClr val="9CB2CC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solidFill>
                  <a:srgbClr val="9CB2CC"/>
                </a:solidFill>
                <a:latin typeface="Courier New"/>
                <a:cs typeface="Courier New"/>
              </a:rPr>
              <a:t>OK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94754" y="2034349"/>
            <a:ext cx="4933315" cy="3748404"/>
            <a:chOff x="6494754" y="2034349"/>
            <a:chExt cx="4933315" cy="3748404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4754" y="2034349"/>
              <a:ext cx="4932718" cy="8605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537960" y="2057399"/>
              <a:ext cx="4846320" cy="0"/>
            </a:xfrm>
            <a:custGeom>
              <a:avLst/>
              <a:gdLst/>
              <a:ahLst/>
              <a:cxnLst/>
              <a:rect l="l" t="t" r="r" b="b"/>
              <a:pathLst>
                <a:path w="4846320">
                  <a:moveTo>
                    <a:pt x="0" y="0"/>
                  </a:moveTo>
                  <a:lnTo>
                    <a:pt x="4846320" y="0"/>
                  </a:lnTo>
                </a:path>
              </a:pathLst>
            </a:custGeom>
            <a:ln w="647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84404" y="4824336"/>
              <a:ext cx="1522082" cy="95798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629044" y="4845964"/>
              <a:ext cx="1433195" cy="869315"/>
            </a:xfrm>
            <a:custGeom>
              <a:avLst/>
              <a:gdLst/>
              <a:ahLst/>
              <a:cxnLst/>
              <a:rect l="l" t="t" r="r" b="b"/>
              <a:pathLst>
                <a:path w="1433195" h="869314">
                  <a:moveTo>
                    <a:pt x="35991" y="0"/>
                  </a:moveTo>
                  <a:lnTo>
                    <a:pt x="28790" y="2158"/>
                  </a:lnTo>
                  <a:lnTo>
                    <a:pt x="21958" y="6121"/>
                  </a:lnTo>
                  <a:lnTo>
                    <a:pt x="15481" y="9715"/>
                  </a:lnTo>
                  <a:lnTo>
                    <a:pt x="0" y="833031"/>
                  </a:lnTo>
                  <a:lnTo>
                    <a:pt x="0" y="833399"/>
                  </a:lnTo>
                  <a:lnTo>
                    <a:pt x="2159" y="840600"/>
                  </a:lnTo>
                  <a:lnTo>
                    <a:pt x="6121" y="847432"/>
                  </a:lnTo>
                  <a:lnTo>
                    <a:pt x="9715" y="853909"/>
                  </a:lnTo>
                  <a:lnTo>
                    <a:pt x="15113" y="859320"/>
                  </a:lnTo>
                  <a:lnTo>
                    <a:pt x="21958" y="863269"/>
                  </a:lnTo>
                  <a:lnTo>
                    <a:pt x="28435" y="866876"/>
                  </a:lnTo>
                  <a:lnTo>
                    <a:pt x="35991" y="869035"/>
                  </a:lnTo>
                  <a:lnTo>
                    <a:pt x="1397152" y="869035"/>
                  </a:lnTo>
                  <a:lnTo>
                    <a:pt x="1404353" y="866876"/>
                  </a:lnTo>
                  <a:lnTo>
                    <a:pt x="1411198" y="862914"/>
                  </a:lnTo>
                  <a:lnTo>
                    <a:pt x="1417675" y="859320"/>
                  </a:lnTo>
                  <a:lnTo>
                    <a:pt x="1432801" y="35991"/>
                  </a:lnTo>
                  <a:lnTo>
                    <a:pt x="1430629" y="28790"/>
                  </a:lnTo>
                  <a:lnTo>
                    <a:pt x="1426679" y="21958"/>
                  </a:lnTo>
                  <a:lnTo>
                    <a:pt x="1423073" y="15481"/>
                  </a:lnTo>
                  <a:lnTo>
                    <a:pt x="1417675" y="10071"/>
                  </a:lnTo>
                  <a:lnTo>
                    <a:pt x="1410830" y="6121"/>
                  </a:lnTo>
                  <a:lnTo>
                    <a:pt x="1404353" y="2514"/>
                  </a:lnTo>
                  <a:lnTo>
                    <a:pt x="1396796" y="355"/>
                  </a:lnTo>
                  <a:lnTo>
                    <a:pt x="35991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629044" y="4845964"/>
              <a:ext cx="1433195" cy="869315"/>
            </a:xfrm>
            <a:custGeom>
              <a:avLst/>
              <a:gdLst/>
              <a:ahLst/>
              <a:cxnLst/>
              <a:rect l="l" t="t" r="r" b="b"/>
              <a:pathLst>
                <a:path w="1433195" h="869314">
                  <a:moveTo>
                    <a:pt x="355" y="43561"/>
                  </a:moveTo>
                  <a:lnTo>
                    <a:pt x="355" y="35991"/>
                  </a:lnTo>
                  <a:lnTo>
                    <a:pt x="2514" y="28435"/>
                  </a:lnTo>
                  <a:lnTo>
                    <a:pt x="6121" y="21958"/>
                  </a:lnTo>
                  <a:lnTo>
                    <a:pt x="10071" y="15112"/>
                  </a:lnTo>
                  <a:lnTo>
                    <a:pt x="15481" y="9715"/>
                  </a:lnTo>
                  <a:lnTo>
                    <a:pt x="21958" y="6121"/>
                  </a:lnTo>
                  <a:lnTo>
                    <a:pt x="28790" y="2158"/>
                  </a:lnTo>
                  <a:lnTo>
                    <a:pt x="35991" y="0"/>
                  </a:lnTo>
                  <a:lnTo>
                    <a:pt x="43916" y="0"/>
                  </a:lnTo>
                  <a:lnTo>
                    <a:pt x="1389240" y="355"/>
                  </a:lnTo>
                  <a:lnTo>
                    <a:pt x="1396796" y="355"/>
                  </a:lnTo>
                  <a:lnTo>
                    <a:pt x="1404353" y="2514"/>
                  </a:lnTo>
                  <a:lnTo>
                    <a:pt x="1410830" y="6121"/>
                  </a:lnTo>
                  <a:lnTo>
                    <a:pt x="1417675" y="10071"/>
                  </a:lnTo>
                  <a:lnTo>
                    <a:pt x="1423073" y="15481"/>
                  </a:lnTo>
                  <a:lnTo>
                    <a:pt x="1426679" y="21958"/>
                  </a:lnTo>
                  <a:lnTo>
                    <a:pt x="1430629" y="28790"/>
                  </a:lnTo>
                  <a:lnTo>
                    <a:pt x="1432801" y="35991"/>
                  </a:lnTo>
                  <a:lnTo>
                    <a:pt x="1432801" y="43916"/>
                  </a:lnTo>
                  <a:lnTo>
                    <a:pt x="1432801" y="825474"/>
                  </a:lnTo>
                  <a:lnTo>
                    <a:pt x="1432801" y="833031"/>
                  </a:lnTo>
                  <a:lnTo>
                    <a:pt x="1430629" y="840600"/>
                  </a:lnTo>
                  <a:lnTo>
                    <a:pt x="1427035" y="847077"/>
                  </a:lnTo>
                  <a:lnTo>
                    <a:pt x="1423073" y="853909"/>
                  </a:lnTo>
                  <a:lnTo>
                    <a:pt x="1417675" y="859320"/>
                  </a:lnTo>
                  <a:lnTo>
                    <a:pt x="1411198" y="862914"/>
                  </a:lnTo>
                  <a:lnTo>
                    <a:pt x="1404353" y="866876"/>
                  </a:lnTo>
                  <a:lnTo>
                    <a:pt x="1397152" y="869035"/>
                  </a:lnTo>
                  <a:lnTo>
                    <a:pt x="1389240" y="869035"/>
                  </a:lnTo>
                  <a:lnTo>
                    <a:pt x="43561" y="869035"/>
                  </a:lnTo>
                  <a:lnTo>
                    <a:pt x="35991" y="869035"/>
                  </a:lnTo>
                  <a:lnTo>
                    <a:pt x="28435" y="866876"/>
                  </a:lnTo>
                  <a:lnTo>
                    <a:pt x="21958" y="863269"/>
                  </a:lnTo>
                  <a:lnTo>
                    <a:pt x="15113" y="859320"/>
                  </a:lnTo>
                  <a:lnTo>
                    <a:pt x="9715" y="853909"/>
                  </a:lnTo>
                  <a:lnTo>
                    <a:pt x="6121" y="847432"/>
                  </a:lnTo>
                  <a:lnTo>
                    <a:pt x="2159" y="840600"/>
                  </a:lnTo>
                  <a:lnTo>
                    <a:pt x="0" y="833399"/>
                  </a:lnTo>
                  <a:lnTo>
                    <a:pt x="0" y="825474"/>
                  </a:lnTo>
                  <a:lnTo>
                    <a:pt x="355" y="43561"/>
                  </a:lnTo>
                  <a:close/>
                </a:path>
              </a:pathLst>
            </a:custGeom>
            <a:ln w="93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616344" y="2547620"/>
            <a:ext cx="140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845439" y="2913379"/>
            <a:ext cx="335026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"prediction":</a:t>
            </a:r>
            <a:r>
              <a:rPr sz="1500" spc="-4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B8E986"/>
                </a:solidFill>
                <a:latin typeface="Courier New"/>
                <a:cs typeface="Courier New"/>
              </a:rPr>
              <a:t>"DNS_SPOOFING",</a:t>
            </a:r>
            <a:endParaRPr sz="1500">
              <a:latin typeface="Courier New"/>
              <a:cs typeface="Courier New"/>
            </a:endParaRPr>
          </a:p>
          <a:p>
            <a:pPr marL="12700" marR="692785">
              <a:lnSpc>
                <a:spcPct val="160000"/>
              </a:lnSpc>
            </a:pP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"family":</a:t>
            </a:r>
            <a:r>
              <a:rPr sz="1500" spc="-3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B8E986"/>
                </a:solidFill>
                <a:latin typeface="Courier New"/>
                <a:cs typeface="Courier New"/>
              </a:rPr>
              <a:t>"SPOOF_SCAN", </a:t>
            </a: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"stage1":</a:t>
            </a:r>
            <a:r>
              <a:rPr sz="1500" spc="-4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B8E986"/>
                </a:solidFill>
                <a:latin typeface="Courier New"/>
                <a:cs typeface="Courier New"/>
              </a:rPr>
              <a:t>"ATTACK"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16344" y="4010659"/>
            <a:ext cx="140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753859" y="4925060"/>
            <a:ext cx="530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DFFF"/>
                </a:solidFill>
                <a:latin typeface="Courier New"/>
                <a:cs typeface="Courier New"/>
              </a:rPr>
              <a:t>stage1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753859" y="5290464"/>
            <a:ext cx="7315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9CB2CC"/>
                </a:solidFill>
                <a:latin typeface="Calibri"/>
                <a:cs typeface="Calibri"/>
              </a:rPr>
              <a:t>binary</a:t>
            </a:r>
            <a:r>
              <a:rPr sz="10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verdict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108277" y="4824336"/>
            <a:ext cx="1522095" cy="958215"/>
            <a:chOff x="8108277" y="4824336"/>
            <a:chExt cx="1522095" cy="958215"/>
          </a:xfrm>
        </p:grpSpPr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08277" y="4824336"/>
              <a:ext cx="1522082" cy="95798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152917" y="4845964"/>
              <a:ext cx="1433195" cy="869315"/>
            </a:xfrm>
            <a:custGeom>
              <a:avLst/>
              <a:gdLst/>
              <a:ahLst/>
              <a:cxnLst/>
              <a:rect l="l" t="t" r="r" b="b"/>
              <a:pathLst>
                <a:path w="1433195" h="869314">
                  <a:moveTo>
                    <a:pt x="36004" y="0"/>
                  </a:moveTo>
                  <a:lnTo>
                    <a:pt x="28803" y="2158"/>
                  </a:lnTo>
                  <a:lnTo>
                    <a:pt x="21958" y="6121"/>
                  </a:lnTo>
                  <a:lnTo>
                    <a:pt x="15481" y="9715"/>
                  </a:lnTo>
                  <a:lnTo>
                    <a:pt x="0" y="833031"/>
                  </a:lnTo>
                  <a:lnTo>
                    <a:pt x="0" y="833399"/>
                  </a:lnTo>
                  <a:lnTo>
                    <a:pt x="2158" y="840600"/>
                  </a:lnTo>
                  <a:lnTo>
                    <a:pt x="6121" y="847432"/>
                  </a:lnTo>
                  <a:lnTo>
                    <a:pt x="9728" y="853909"/>
                  </a:lnTo>
                  <a:lnTo>
                    <a:pt x="15125" y="859320"/>
                  </a:lnTo>
                  <a:lnTo>
                    <a:pt x="21958" y="863269"/>
                  </a:lnTo>
                  <a:lnTo>
                    <a:pt x="28448" y="866876"/>
                  </a:lnTo>
                  <a:lnTo>
                    <a:pt x="36004" y="869035"/>
                  </a:lnTo>
                  <a:lnTo>
                    <a:pt x="1397165" y="869035"/>
                  </a:lnTo>
                  <a:lnTo>
                    <a:pt x="1404366" y="866876"/>
                  </a:lnTo>
                  <a:lnTo>
                    <a:pt x="1411198" y="862914"/>
                  </a:lnTo>
                  <a:lnTo>
                    <a:pt x="1417688" y="859320"/>
                  </a:lnTo>
                  <a:lnTo>
                    <a:pt x="1432801" y="35991"/>
                  </a:lnTo>
                  <a:lnTo>
                    <a:pt x="1430642" y="28790"/>
                  </a:lnTo>
                  <a:lnTo>
                    <a:pt x="1426679" y="21958"/>
                  </a:lnTo>
                  <a:lnTo>
                    <a:pt x="1423085" y="15481"/>
                  </a:lnTo>
                  <a:lnTo>
                    <a:pt x="1417688" y="10071"/>
                  </a:lnTo>
                  <a:lnTo>
                    <a:pt x="1410843" y="6121"/>
                  </a:lnTo>
                  <a:lnTo>
                    <a:pt x="1404366" y="2514"/>
                  </a:lnTo>
                  <a:lnTo>
                    <a:pt x="1396796" y="355"/>
                  </a:lnTo>
                  <a:lnTo>
                    <a:pt x="3600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52917" y="4845964"/>
              <a:ext cx="1433195" cy="869315"/>
            </a:xfrm>
            <a:custGeom>
              <a:avLst/>
              <a:gdLst/>
              <a:ahLst/>
              <a:cxnLst/>
              <a:rect l="l" t="t" r="r" b="b"/>
              <a:pathLst>
                <a:path w="1433195" h="869314">
                  <a:moveTo>
                    <a:pt x="368" y="43561"/>
                  </a:moveTo>
                  <a:lnTo>
                    <a:pt x="368" y="35991"/>
                  </a:lnTo>
                  <a:lnTo>
                    <a:pt x="2527" y="28435"/>
                  </a:lnTo>
                  <a:lnTo>
                    <a:pt x="6121" y="21958"/>
                  </a:lnTo>
                  <a:lnTo>
                    <a:pt x="10083" y="15112"/>
                  </a:lnTo>
                  <a:lnTo>
                    <a:pt x="15481" y="9715"/>
                  </a:lnTo>
                  <a:lnTo>
                    <a:pt x="21958" y="6121"/>
                  </a:lnTo>
                  <a:lnTo>
                    <a:pt x="28803" y="2158"/>
                  </a:lnTo>
                  <a:lnTo>
                    <a:pt x="36004" y="0"/>
                  </a:lnTo>
                  <a:lnTo>
                    <a:pt x="43916" y="0"/>
                  </a:lnTo>
                  <a:lnTo>
                    <a:pt x="1389240" y="355"/>
                  </a:lnTo>
                  <a:lnTo>
                    <a:pt x="1396796" y="355"/>
                  </a:lnTo>
                  <a:lnTo>
                    <a:pt x="1404366" y="2514"/>
                  </a:lnTo>
                  <a:lnTo>
                    <a:pt x="1410843" y="6121"/>
                  </a:lnTo>
                  <a:lnTo>
                    <a:pt x="1417688" y="10071"/>
                  </a:lnTo>
                  <a:lnTo>
                    <a:pt x="1423085" y="15481"/>
                  </a:lnTo>
                  <a:lnTo>
                    <a:pt x="1426679" y="21958"/>
                  </a:lnTo>
                  <a:lnTo>
                    <a:pt x="1430642" y="28790"/>
                  </a:lnTo>
                  <a:lnTo>
                    <a:pt x="1432801" y="35991"/>
                  </a:lnTo>
                  <a:lnTo>
                    <a:pt x="1432801" y="43916"/>
                  </a:lnTo>
                  <a:lnTo>
                    <a:pt x="1432801" y="825474"/>
                  </a:lnTo>
                  <a:lnTo>
                    <a:pt x="1432801" y="833031"/>
                  </a:lnTo>
                  <a:lnTo>
                    <a:pt x="1430642" y="840600"/>
                  </a:lnTo>
                  <a:lnTo>
                    <a:pt x="1427048" y="847077"/>
                  </a:lnTo>
                  <a:lnTo>
                    <a:pt x="1423085" y="853909"/>
                  </a:lnTo>
                  <a:lnTo>
                    <a:pt x="1417688" y="859320"/>
                  </a:lnTo>
                  <a:lnTo>
                    <a:pt x="1411198" y="862914"/>
                  </a:lnTo>
                  <a:lnTo>
                    <a:pt x="1404366" y="866876"/>
                  </a:lnTo>
                  <a:lnTo>
                    <a:pt x="1397165" y="869035"/>
                  </a:lnTo>
                  <a:lnTo>
                    <a:pt x="1389240" y="869035"/>
                  </a:lnTo>
                  <a:lnTo>
                    <a:pt x="43561" y="869035"/>
                  </a:lnTo>
                  <a:lnTo>
                    <a:pt x="36004" y="869035"/>
                  </a:lnTo>
                  <a:lnTo>
                    <a:pt x="28448" y="866876"/>
                  </a:lnTo>
                  <a:lnTo>
                    <a:pt x="21958" y="863269"/>
                  </a:lnTo>
                  <a:lnTo>
                    <a:pt x="15125" y="859320"/>
                  </a:lnTo>
                  <a:lnTo>
                    <a:pt x="9728" y="853909"/>
                  </a:lnTo>
                  <a:lnTo>
                    <a:pt x="6121" y="847432"/>
                  </a:lnTo>
                  <a:lnTo>
                    <a:pt x="2158" y="840600"/>
                  </a:lnTo>
                  <a:lnTo>
                    <a:pt x="0" y="833399"/>
                  </a:lnTo>
                  <a:lnTo>
                    <a:pt x="0" y="825474"/>
                  </a:lnTo>
                  <a:lnTo>
                    <a:pt x="368" y="43561"/>
                  </a:lnTo>
                  <a:close/>
                </a:path>
              </a:pathLst>
            </a:custGeom>
            <a:ln w="9359">
              <a:solidFill>
                <a:srgbClr val="4FA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277745" y="4925060"/>
            <a:ext cx="530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4FA7C7"/>
                </a:solidFill>
                <a:latin typeface="Courier New"/>
                <a:cs typeface="Courier New"/>
              </a:rPr>
              <a:t>family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277745" y="5290464"/>
            <a:ext cx="677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attack</a:t>
            </a:r>
            <a:r>
              <a:rPr sz="10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family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632518" y="4824336"/>
            <a:ext cx="1522095" cy="958215"/>
            <a:chOff x="9632518" y="4824336"/>
            <a:chExt cx="1522095" cy="958215"/>
          </a:xfrm>
        </p:grpSpPr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32518" y="4824336"/>
              <a:ext cx="1522082" cy="95798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677158" y="4845964"/>
              <a:ext cx="1433195" cy="869315"/>
            </a:xfrm>
            <a:custGeom>
              <a:avLst/>
              <a:gdLst/>
              <a:ahLst/>
              <a:cxnLst/>
              <a:rect l="l" t="t" r="r" b="b"/>
              <a:pathLst>
                <a:path w="1433195" h="869314">
                  <a:moveTo>
                    <a:pt x="36004" y="0"/>
                  </a:moveTo>
                  <a:lnTo>
                    <a:pt x="28803" y="2158"/>
                  </a:lnTo>
                  <a:lnTo>
                    <a:pt x="21958" y="6121"/>
                  </a:lnTo>
                  <a:lnTo>
                    <a:pt x="15481" y="9715"/>
                  </a:lnTo>
                  <a:lnTo>
                    <a:pt x="0" y="833031"/>
                  </a:lnTo>
                  <a:lnTo>
                    <a:pt x="0" y="833399"/>
                  </a:lnTo>
                  <a:lnTo>
                    <a:pt x="2158" y="840600"/>
                  </a:lnTo>
                  <a:lnTo>
                    <a:pt x="6121" y="847432"/>
                  </a:lnTo>
                  <a:lnTo>
                    <a:pt x="9715" y="853909"/>
                  </a:lnTo>
                  <a:lnTo>
                    <a:pt x="15125" y="859320"/>
                  </a:lnTo>
                  <a:lnTo>
                    <a:pt x="21958" y="863269"/>
                  </a:lnTo>
                  <a:lnTo>
                    <a:pt x="28435" y="866876"/>
                  </a:lnTo>
                  <a:lnTo>
                    <a:pt x="36004" y="869035"/>
                  </a:lnTo>
                  <a:lnTo>
                    <a:pt x="1397165" y="869035"/>
                  </a:lnTo>
                  <a:lnTo>
                    <a:pt x="1404366" y="866876"/>
                  </a:lnTo>
                  <a:lnTo>
                    <a:pt x="1411198" y="862914"/>
                  </a:lnTo>
                  <a:lnTo>
                    <a:pt x="1417675" y="859320"/>
                  </a:lnTo>
                  <a:lnTo>
                    <a:pt x="1432801" y="35991"/>
                  </a:lnTo>
                  <a:lnTo>
                    <a:pt x="1430642" y="28790"/>
                  </a:lnTo>
                  <a:lnTo>
                    <a:pt x="1426679" y="21958"/>
                  </a:lnTo>
                  <a:lnTo>
                    <a:pt x="1423085" y="15481"/>
                  </a:lnTo>
                  <a:lnTo>
                    <a:pt x="1417675" y="10071"/>
                  </a:lnTo>
                  <a:lnTo>
                    <a:pt x="1410843" y="6121"/>
                  </a:lnTo>
                  <a:lnTo>
                    <a:pt x="1404366" y="2514"/>
                  </a:lnTo>
                  <a:lnTo>
                    <a:pt x="1396796" y="355"/>
                  </a:lnTo>
                  <a:lnTo>
                    <a:pt x="3600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677158" y="4845964"/>
              <a:ext cx="1433195" cy="869315"/>
            </a:xfrm>
            <a:custGeom>
              <a:avLst/>
              <a:gdLst/>
              <a:ahLst/>
              <a:cxnLst/>
              <a:rect l="l" t="t" r="r" b="b"/>
              <a:pathLst>
                <a:path w="1433195" h="869314">
                  <a:moveTo>
                    <a:pt x="355" y="43561"/>
                  </a:moveTo>
                  <a:lnTo>
                    <a:pt x="355" y="35991"/>
                  </a:lnTo>
                  <a:lnTo>
                    <a:pt x="2527" y="28435"/>
                  </a:lnTo>
                  <a:lnTo>
                    <a:pt x="6121" y="21958"/>
                  </a:lnTo>
                  <a:lnTo>
                    <a:pt x="10083" y="15112"/>
                  </a:lnTo>
                  <a:lnTo>
                    <a:pt x="15481" y="9715"/>
                  </a:lnTo>
                  <a:lnTo>
                    <a:pt x="21958" y="6121"/>
                  </a:lnTo>
                  <a:lnTo>
                    <a:pt x="28803" y="2158"/>
                  </a:lnTo>
                  <a:lnTo>
                    <a:pt x="36004" y="0"/>
                  </a:lnTo>
                  <a:lnTo>
                    <a:pt x="43916" y="0"/>
                  </a:lnTo>
                  <a:lnTo>
                    <a:pt x="1389240" y="355"/>
                  </a:lnTo>
                  <a:lnTo>
                    <a:pt x="1396796" y="355"/>
                  </a:lnTo>
                  <a:lnTo>
                    <a:pt x="1404366" y="2514"/>
                  </a:lnTo>
                  <a:lnTo>
                    <a:pt x="1410843" y="6121"/>
                  </a:lnTo>
                  <a:lnTo>
                    <a:pt x="1417675" y="10071"/>
                  </a:lnTo>
                  <a:lnTo>
                    <a:pt x="1423085" y="15481"/>
                  </a:lnTo>
                  <a:lnTo>
                    <a:pt x="1426679" y="21958"/>
                  </a:lnTo>
                  <a:lnTo>
                    <a:pt x="1430642" y="28790"/>
                  </a:lnTo>
                  <a:lnTo>
                    <a:pt x="1432801" y="35991"/>
                  </a:lnTo>
                  <a:lnTo>
                    <a:pt x="1432801" y="43916"/>
                  </a:lnTo>
                  <a:lnTo>
                    <a:pt x="1432801" y="825474"/>
                  </a:lnTo>
                  <a:lnTo>
                    <a:pt x="1432801" y="833031"/>
                  </a:lnTo>
                  <a:lnTo>
                    <a:pt x="1430642" y="840600"/>
                  </a:lnTo>
                  <a:lnTo>
                    <a:pt x="1427035" y="847077"/>
                  </a:lnTo>
                  <a:lnTo>
                    <a:pt x="1423085" y="853909"/>
                  </a:lnTo>
                  <a:lnTo>
                    <a:pt x="1417675" y="859320"/>
                  </a:lnTo>
                  <a:lnTo>
                    <a:pt x="1411198" y="862914"/>
                  </a:lnTo>
                  <a:lnTo>
                    <a:pt x="1404366" y="866876"/>
                  </a:lnTo>
                  <a:lnTo>
                    <a:pt x="1397165" y="869035"/>
                  </a:lnTo>
                  <a:lnTo>
                    <a:pt x="1389240" y="869035"/>
                  </a:lnTo>
                  <a:lnTo>
                    <a:pt x="43560" y="869035"/>
                  </a:lnTo>
                  <a:lnTo>
                    <a:pt x="36004" y="869035"/>
                  </a:lnTo>
                  <a:lnTo>
                    <a:pt x="28435" y="866876"/>
                  </a:lnTo>
                  <a:lnTo>
                    <a:pt x="21958" y="863269"/>
                  </a:lnTo>
                  <a:lnTo>
                    <a:pt x="15125" y="859320"/>
                  </a:lnTo>
                  <a:lnTo>
                    <a:pt x="9715" y="853909"/>
                  </a:lnTo>
                  <a:lnTo>
                    <a:pt x="6121" y="847432"/>
                  </a:lnTo>
                  <a:lnTo>
                    <a:pt x="2158" y="840600"/>
                  </a:lnTo>
                  <a:lnTo>
                    <a:pt x="0" y="833399"/>
                  </a:lnTo>
                  <a:lnTo>
                    <a:pt x="0" y="825474"/>
                  </a:lnTo>
                  <a:lnTo>
                    <a:pt x="355" y="43561"/>
                  </a:lnTo>
                  <a:close/>
                </a:path>
              </a:pathLst>
            </a:custGeom>
            <a:ln w="9359">
              <a:solidFill>
                <a:srgbClr val="2FD2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801974" y="4925060"/>
            <a:ext cx="8680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2FD279"/>
                </a:solidFill>
                <a:latin typeface="Courier New"/>
                <a:cs typeface="Courier New"/>
              </a:rPr>
              <a:t>prediction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801974" y="5290464"/>
            <a:ext cx="748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exact</a:t>
            </a:r>
            <a:r>
              <a:rPr sz="10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9CB2CC"/>
                </a:solidFill>
                <a:latin typeface="Calibri"/>
                <a:cs typeface="Calibri"/>
              </a:rPr>
              <a:t>subclass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77423" y="6433464"/>
            <a:ext cx="36385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Each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stage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of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hierarchy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is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exposed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in</a:t>
            </a:r>
            <a:r>
              <a:rPr sz="1300" i="1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response.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Shipped</a:t>
            </a:r>
            <a:r>
              <a:rPr spc="-5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portable</a:t>
            </a:r>
            <a:r>
              <a:rPr spc="-55" dirty="0"/>
              <a:t> </a:t>
            </a:r>
            <a:r>
              <a:rPr spc="-10" dirty="0"/>
              <a:t>container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5920" y="433781"/>
            <a:ext cx="1464945" cy="412750"/>
            <a:chOff x="10285920" y="433781"/>
            <a:chExt cx="1464945" cy="412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5920" y="433781"/>
              <a:ext cx="1464475" cy="412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128524" y="0"/>
                  </a:moveTo>
                  <a:lnTo>
                    <a:pt x="79466" y="9869"/>
                  </a:lnTo>
                  <a:lnTo>
                    <a:pt x="37939" y="37571"/>
                  </a:lnTo>
                  <a:lnTo>
                    <a:pt x="10082" y="79149"/>
                  </a:lnTo>
                  <a:lnTo>
                    <a:pt x="368" y="128155"/>
                  </a:lnTo>
                  <a:lnTo>
                    <a:pt x="0" y="192239"/>
                  </a:lnTo>
                  <a:lnTo>
                    <a:pt x="1120" y="208932"/>
                  </a:lnTo>
                  <a:lnTo>
                    <a:pt x="17284" y="256311"/>
                  </a:lnTo>
                  <a:lnTo>
                    <a:pt x="50138" y="293828"/>
                  </a:lnTo>
                  <a:lnTo>
                    <a:pt x="95045" y="316072"/>
                  </a:lnTo>
                  <a:lnTo>
                    <a:pt x="128168" y="320395"/>
                  </a:lnTo>
                  <a:lnTo>
                    <a:pt x="1243799" y="320395"/>
                  </a:lnTo>
                  <a:lnTo>
                    <a:pt x="1259902" y="319314"/>
                  </a:lnTo>
                  <a:lnTo>
                    <a:pt x="1260401" y="319314"/>
                  </a:lnTo>
                  <a:lnTo>
                    <a:pt x="1307884" y="303110"/>
                  </a:lnTo>
                  <a:lnTo>
                    <a:pt x="1345395" y="270258"/>
                  </a:lnTo>
                  <a:lnTo>
                    <a:pt x="1367600" y="225490"/>
                  </a:lnTo>
                  <a:lnTo>
                    <a:pt x="1371968" y="192239"/>
                  </a:lnTo>
                  <a:lnTo>
                    <a:pt x="1371944" y="128155"/>
                  </a:lnTo>
                  <a:lnTo>
                    <a:pt x="1362093" y="79460"/>
                  </a:lnTo>
                  <a:lnTo>
                    <a:pt x="1334389" y="37930"/>
                  </a:lnTo>
                  <a:lnTo>
                    <a:pt x="1292807" y="10080"/>
                  </a:lnTo>
                  <a:lnTo>
                    <a:pt x="1243799" y="355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31995" y="456844"/>
              <a:ext cx="1372235" cy="320675"/>
            </a:xfrm>
            <a:custGeom>
              <a:avLst/>
              <a:gdLst/>
              <a:ahLst/>
              <a:cxnLst/>
              <a:rect l="l" t="t" r="r" b="b"/>
              <a:pathLst>
                <a:path w="1372234" h="320675">
                  <a:moveTo>
                    <a:pt x="368" y="128155"/>
                  </a:moveTo>
                  <a:lnTo>
                    <a:pt x="1447" y="111463"/>
                  </a:lnTo>
                  <a:lnTo>
                    <a:pt x="4684" y="95037"/>
                  </a:lnTo>
                  <a:lnTo>
                    <a:pt x="26929" y="50131"/>
                  </a:lnTo>
                  <a:lnTo>
                    <a:pt x="64439" y="17272"/>
                  </a:lnTo>
                  <a:lnTo>
                    <a:pt x="111676" y="1130"/>
                  </a:lnTo>
                  <a:lnTo>
                    <a:pt x="128524" y="0"/>
                  </a:lnTo>
                  <a:lnTo>
                    <a:pt x="1243799" y="355"/>
                  </a:lnTo>
                  <a:lnTo>
                    <a:pt x="1292807" y="10080"/>
                  </a:lnTo>
                  <a:lnTo>
                    <a:pt x="1334389" y="37930"/>
                  </a:lnTo>
                  <a:lnTo>
                    <a:pt x="1362093" y="79460"/>
                  </a:lnTo>
                  <a:lnTo>
                    <a:pt x="1371968" y="128511"/>
                  </a:lnTo>
                  <a:lnTo>
                    <a:pt x="1371968" y="192239"/>
                  </a:lnTo>
                  <a:lnTo>
                    <a:pt x="1370887" y="208932"/>
                  </a:lnTo>
                  <a:lnTo>
                    <a:pt x="1367645" y="225356"/>
                  </a:lnTo>
                  <a:lnTo>
                    <a:pt x="1345395" y="270258"/>
                  </a:lnTo>
                  <a:lnTo>
                    <a:pt x="1307884" y="303110"/>
                  </a:lnTo>
                  <a:lnTo>
                    <a:pt x="1260647" y="319264"/>
                  </a:lnTo>
                  <a:lnTo>
                    <a:pt x="1243799" y="320395"/>
                  </a:lnTo>
                  <a:lnTo>
                    <a:pt x="128168" y="320395"/>
                  </a:lnTo>
                  <a:lnTo>
                    <a:pt x="79160" y="310671"/>
                  </a:lnTo>
                  <a:lnTo>
                    <a:pt x="37579" y="282821"/>
                  </a:lnTo>
                  <a:lnTo>
                    <a:pt x="9874" y="241290"/>
                  </a:lnTo>
                  <a:lnTo>
                    <a:pt x="0" y="192239"/>
                  </a:lnTo>
                  <a:lnTo>
                    <a:pt x="368" y="128155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786579" y="528383"/>
            <a:ext cx="46418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DFFF"/>
                </a:solidFill>
                <a:latin typeface="Calibri"/>
                <a:cs typeface="Calibri"/>
              </a:rPr>
              <a:t>PHASE</a:t>
            </a:r>
            <a:r>
              <a:rPr sz="1000" b="1" spc="-4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00D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4715" y="1669300"/>
            <a:ext cx="5576570" cy="4387215"/>
            <a:chOff x="594715" y="1669300"/>
            <a:chExt cx="5576570" cy="43872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715" y="1669300"/>
              <a:ext cx="5576036" cy="43869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9356" y="1690916"/>
              <a:ext cx="5487035" cy="4298315"/>
            </a:xfrm>
            <a:custGeom>
              <a:avLst/>
              <a:gdLst/>
              <a:ahLst/>
              <a:cxnLst/>
              <a:rect l="l" t="t" r="r" b="b"/>
              <a:pathLst>
                <a:path w="5487035" h="4298315">
                  <a:moveTo>
                    <a:pt x="215277" y="0"/>
                  </a:moveTo>
                  <a:lnTo>
                    <a:pt x="159570" y="7381"/>
                  </a:lnTo>
                  <a:lnTo>
                    <a:pt x="107645" y="28803"/>
                  </a:lnTo>
                  <a:lnTo>
                    <a:pt x="63272" y="62957"/>
                  </a:lnTo>
                  <a:lnTo>
                    <a:pt x="29159" y="107645"/>
                  </a:lnTo>
                  <a:lnTo>
                    <a:pt x="7743" y="159259"/>
                  </a:lnTo>
                  <a:lnTo>
                    <a:pt x="368" y="214922"/>
                  </a:lnTo>
                  <a:lnTo>
                    <a:pt x="0" y="4083126"/>
                  </a:lnTo>
                  <a:lnTo>
                    <a:pt x="1868" y="4111282"/>
                  </a:lnTo>
                  <a:lnTo>
                    <a:pt x="16354" y="4165288"/>
                  </a:lnTo>
                  <a:lnTo>
                    <a:pt x="44311" y="4213912"/>
                  </a:lnTo>
                  <a:lnTo>
                    <a:pt x="44412" y="4214062"/>
                  </a:lnTo>
                  <a:lnTo>
                    <a:pt x="84135" y="4253641"/>
                  </a:lnTo>
                  <a:lnTo>
                    <a:pt x="132760" y="4281642"/>
                  </a:lnTo>
                  <a:lnTo>
                    <a:pt x="186771" y="4296180"/>
                  </a:lnTo>
                  <a:lnTo>
                    <a:pt x="214922" y="4298048"/>
                  </a:lnTo>
                  <a:lnTo>
                    <a:pt x="5271846" y="4298048"/>
                  </a:lnTo>
                  <a:lnTo>
                    <a:pt x="5327553" y="4290666"/>
                  </a:lnTo>
                  <a:lnTo>
                    <a:pt x="5379478" y="4269244"/>
                  </a:lnTo>
                  <a:lnTo>
                    <a:pt x="5423805" y="4235135"/>
                  </a:lnTo>
                  <a:lnTo>
                    <a:pt x="5457964" y="4190403"/>
                  </a:lnTo>
                  <a:lnTo>
                    <a:pt x="5470288" y="4165438"/>
                  </a:lnTo>
                  <a:lnTo>
                    <a:pt x="5470362" y="4165288"/>
                  </a:lnTo>
                  <a:lnTo>
                    <a:pt x="5479371" y="4138833"/>
                  </a:lnTo>
                  <a:lnTo>
                    <a:pt x="5484899" y="4111282"/>
                  </a:lnTo>
                  <a:lnTo>
                    <a:pt x="5486768" y="4083126"/>
                  </a:lnTo>
                  <a:lnTo>
                    <a:pt x="5486744" y="214922"/>
                  </a:lnTo>
                  <a:lnTo>
                    <a:pt x="5479386" y="159570"/>
                  </a:lnTo>
                  <a:lnTo>
                    <a:pt x="5457964" y="107645"/>
                  </a:lnTo>
                  <a:lnTo>
                    <a:pt x="5423811" y="63272"/>
                  </a:lnTo>
                  <a:lnTo>
                    <a:pt x="5379123" y="29159"/>
                  </a:lnTo>
                  <a:lnTo>
                    <a:pt x="5327508" y="7743"/>
                  </a:lnTo>
                  <a:lnTo>
                    <a:pt x="5271846" y="368"/>
                  </a:lnTo>
                  <a:lnTo>
                    <a:pt x="215277" y="0"/>
                  </a:lnTo>
                  <a:close/>
                </a:path>
              </a:pathLst>
            </a:custGeom>
            <a:solidFill>
              <a:srgbClr val="0E1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356" y="1690916"/>
              <a:ext cx="5487035" cy="4298315"/>
            </a:xfrm>
            <a:custGeom>
              <a:avLst/>
              <a:gdLst/>
              <a:ahLst/>
              <a:cxnLst/>
              <a:rect l="l" t="t" r="r" b="b"/>
              <a:pathLst>
                <a:path w="5487035" h="4298315">
                  <a:moveTo>
                    <a:pt x="368" y="214922"/>
                  </a:moveTo>
                  <a:lnTo>
                    <a:pt x="2234" y="186771"/>
                  </a:lnTo>
                  <a:lnTo>
                    <a:pt x="7743" y="159259"/>
                  </a:lnTo>
                  <a:lnTo>
                    <a:pt x="29159" y="107645"/>
                  </a:lnTo>
                  <a:lnTo>
                    <a:pt x="63272" y="62957"/>
                  </a:lnTo>
                  <a:lnTo>
                    <a:pt x="107645" y="28803"/>
                  </a:lnTo>
                  <a:lnTo>
                    <a:pt x="159570" y="7381"/>
                  </a:lnTo>
                  <a:lnTo>
                    <a:pt x="215277" y="0"/>
                  </a:lnTo>
                  <a:lnTo>
                    <a:pt x="5271846" y="368"/>
                  </a:lnTo>
                  <a:lnTo>
                    <a:pt x="5327508" y="7743"/>
                  </a:lnTo>
                  <a:lnTo>
                    <a:pt x="5379123" y="29159"/>
                  </a:lnTo>
                  <a:lnTo>
                    <a:pt x="5423811" y="63272"/>
                  </a:lnTo>
                  <a:lnTo>
                    <a:pt x="5457964" y="107645"/>
                  </a:lnTo>
                  <a:lnTo>
                    <a:pt x="5479386" y="159570"/>
                  </a:lnTo>
                  <a:lnTo>
                    <a:pt x="5486768" y="215277"/>
                  </a:lnTo>
                  <a:lnTo>
                    <a:pt x="5486768" y="4083126"/>
                  </a:lnTo>
                  <a:lnTo>
                    <a:pt x="5484900" y="4111277"/>
                  </a:lnTo>
                  <a:lnTo>
                    <a:pt x="5479386" y="4138788"/>
                  </a:lnTo>
                  <a:lnTo>
                    <a:pt x="5457964" y="4190403"/>
                  </a:lnTo>
                  <a:lnTo>
                    <a:pt x="5423855" y="4235091"/>
                  </a:lnTo>
                  <a:lnTo>
                    <a:pt x="5379478" y="4269244"/>
                  </a:lnTo>
                  <a:lnTo>
                    <a:pt x="5327553" y="4290666"/>
                  </a:lnTo>
                  <a:lnTo>
                    <a:pt x="5271846" y="4298048"/>
                  </a:lnTo>
                  <a:lnTo>
                    <a:pt x="214922" y="4298048"/>
                  </a:lnTo>
                  <a:lnTo>
                    <a:pt x="159259" y="4290666"/>
                  </a:lnTo>
                  <a:lnTo>
                    <a:pt x="107645" y="4269244"/>
                  </a:lnTo>
                  <a:lnTo>
                    <a:pt x="62957" y="4235135"/>
                  </a:lnTo>
                  <a:lnTo>
                    <a:pt x="28803" y="4190758"/>
                  </a:lnTo>
                  <a:lnTo>
                    <a:pt x="7381" y="4138833"/>
                  </a:lnTo>
                  <a:lnTo>
                    <a:pt x="0" y="4083126"/>
                  </a:lnTo>
                  <a:lnTo>
                    <a:pt x="368" y="214922"/>
                  </a:lnTo>
                  <a:close/>
                </a:path>
              </a:pathLst>
            </a:custGeom>
            <a:ln w="9359">
              <a:solidFill>
                <a:srgbClr val="0DB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077" y="1948675"/>
              <a:ext cx="1542961" cy="5367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4044" y="1965604"/>
              <a:ext cx="1463040" cy="457200"/>
            </a:xfrm>
            <a:custGeom>
              <a:avLst/>
              <a:gdLst/>
              <a:ahLst/>
              <a:cxnLst/>
              <a:rect l="l" t="t" r="r" b="b"/>
              <a:pathLst>
                <a:path w="1463039" h="457200">
                  <a:moveTo>
                    <a:pt x="1394269" y="0"/>
                  </a:moveTo>
                  <a:lnTo>
                    <a:pt x="68757" y="0"/>
                  </a:lnTo>
                  <a:lnTo>
                    <a:pt x="58699" y="601"/>
                  </a:lnTo>
                  <a:lnTo>
                    <a:pt x="59353" y="601"/>
                  </a:lnTo>
                  <a:lnTo>
                    <a:pt x="50803" y="2200"/>
                  </a:lnTo>
                  <a:lnTo>
                    <a:pt x="14196" y="26724"/>
                  </a:lnTo>
                  <a:lnTo>
                    <a:pt x="0" y="68389"/>
                  </a:lnTo>
                  <a:lnTo>
                    <a:pt x="0" y="388797"/>
                  </a:lnTo>
                  <a:lnTo>
                    <a:pt x="521" y="397320"/>
                  </a:lnTo>
                  <a:lnTo>
                    <a:pt x="544" y="397683"/>
                  </a:lnTo>
                  <a:lnTo>
                    <a:pt x="2131" y="406072"/>
                  </a:lnTo>
                  <a:lnTo>
                    <a:pt x="2200" y="406436"/>
                  </a:lnTo>
                  <a:lnTo>
                    <a:pt x="4883" y="414554"/>
                  </a:lnTo>
                  <a:lnTo>
                    <a:pt x="5004" y="414920"/>
                  </a:lnTo>
                  <a:lnTo>
                    <a:pt x="8991" y="422998"/>
                  </a:lnTo>
                  <a:lnTo>
                    <a:pt x="42277" y="451885"/>
                  </a:lnTo>
                  <a:lnTo>
                    <a:pt x="68389" y="457200"/>
                  </a:lnTo>
                  <a:lnTo>
                    <a:pt x="1394637" y="456831"/>
                  </a:lnTo>
                  <a:lnTo>
                    <a:pt x="1436313" y="442786"/>
                  </a:lnTo>
                  <a:lnTo>
                    <a:pt x="1460529" y="406436"/>
                  </a:lnTo>
                  <a:lnTo>
                    <a:pt x="1463015" y="68389"/>
                  </a:lnTo>
                  <a:lnTo>
                    <a:pt x="1462438" y="59661"/>
                  </a:lnTo>
                  <a:lnTo>
                    <a:pt x="1442694" y="20023"/>
                  </a:lnTo>
                  <a:lnTo>
                    <a:pt x="1403160" y="601"/>
                  </a:lnTo>
                  <a:lnTo>
                    <a:pt x="1394269" y="0"/>
                  </a:lnTo>
                  <a:close/>
                </a:path>
              </a:pathLst>
            </a:custGeom>
            <a:solidFill>
              <a:srgbClr val="0DB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74736" y="2074938"/>
            <a:ext cx="541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Docker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5661" y="2044344"/>
            <a:ext cx="1203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9CB2CC"/>
                </a:solidFill>
                <a:latin typeface="Courier New"/>
                <a:cs typeface="Courier New"/>
              </a:rPr>
              <a:t>iot-ids-</a:t>
            </a:r>
            <a:r>
              <a:rPr sz="1400" spc="-25" dirty="0">
                <a:solidFill>
                  <a:srgbClr val="9CB2CC"/>
                </a:solidFill>
                <a:latin typeface="Courier New"/>
                <a:cs typeface="Courier New"/>
              </a:rPr>
              <a:t>api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1194" y="2537269"/>
            <a:ext cx="5024755" cy="86360"/>
            <a:chOff x="871194" y="2537269"/>
            <a:chExt cx="5024755" cy="8636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194" y="2537269"/>
              <a:ext cx="5024158" cy="8605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99" y="2560320"/>
              <a:ext cx="4937760" cy="0"/>
            </a:xfrm>
            <a:custGeom>
              <a:avLst/>
              <a:gdLst/>
              <a:ahLst/>
              <a:cxnLst/>
              <a:rect l="l" t="t" r="r" b="b"/>
              <a:pathLst>
                <a:path w="4937760">
                  <a:moveTo>
                    <a:pt x="0" y="0"/>
                  </a:moveTo>
                  <a:lnTo>
                    <a:pt x="4937760" y="0"/>
                  </a:lnTo>
                </a:path>
              </a:pathLst>
            </a:custGeom>
            <a:ln w="647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92784" y="2821584"/>
            <a:ext cx="14579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$</a:t>
            </a:r>
            <a:r>
              <a:rPr sz="1100" i="1" spc="-2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Build</a:t>
            </a:r>
            <a:r>
              <a:rPr sz="1100" i="1" spc="-20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the</a:t>
            </a:r>
            <a:r>
              <a:rPr sz="1100" i="1" spc="-20" dirty="0">
                <a:solidFill>
                  <a:srgbClr val="6A7B91"/>
                </a:solidFill>
                <a:latin typeface="Courier New"/>
                <a:cs typeface="Courier New"/>
              </a:rPr>
              <a:t> image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2784" y="3141624"/>
            <a:ext cx="33521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docker</a:t>
            </a:r>
            <a:r>
              <a:rPr sz="1500" spc="-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build</a:t>
            </a:r>
            <a:r>
              <a:rPr sz="1500" spc="1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AF20"/>
                </a:solidFill>
                <a:latin typeface="Courier New"/>
                <a:cs typeface="Courier New"/>
              </a:rPr>
              <a:t>-</a:t>
            </a:r>
            <a:r>
              <a:rPr sz="1500" dirty="0">
                <a:solidFill>
                  <a:srgbClr val="FFAF20"/>
                </a:solidFill>
                <a:latin typeface="Courier New"/>
                <a:cs typeface="Courier New"/>
              </a:rPr>
              <a:t>t </a:t>
            </a:r>
            <a:r>
              <a:rPr sz="1500" spc="-10" dirty="0">
                <a:solidFill>
                  <a:srgbClr val="B8E986"/>
                </a:solidFill>
                <a:latin typeface="Courier New"/>
                <a:cs typeface="Courier New"/>
              </a:rPr>
              <a:t>iot-ids-</a:t>
            </a:r>
            <a:r>
              <a:rPr sz="1500" dirty="0">
                <a:solidFill>
                  <a:srgbClr val="B8E986"/>
                </a:solidFill>
                <a:latin typeface="Courier New"/>
                <a:cs typeface="Courier New"/>
              </a:rPr>
              <a:t>api</a:t>
            </a:r>
            <a:r>
              <a:rPr sz="1500" spc="10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Courier New"/>
                <a:cs typeface="Courier New"/>
              </a:rPr>
              <a:t>.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2784" y="3873144"/>
            <a:ext cx="1542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$</a:t>
            </a:r>
            <a:r>
              <a:rPr sz="1100" i="1" spc="-2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Run</a:t>
            </a:r>
            <a:r>
              <a:rPr sz="1100" i="1" spc="-1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on</a:t>
            </a:r>
            <a:r>
              <a:rPr sz="1100" i="1" spc="-1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port</a:t>
            </a:r>
            <a:r>
              <a:rPr sz="1100" i="1" spc="-1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spc="-20" dirty="0">
                <a:solidFill>
                  <a:srgbClr val="6A7B91"/>
                </a:solidFill>
                <a:latin typeface="Courier New"/>
                <a:cs typeface="Courier New"/>
              </a:rPr>
              <a:t>8000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2784" y="4193184"/>
            <a:ext cx="40386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docker</a:t>
            </a:r>
            <a:r>
              <a:rPr sz="1500" spc="-10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00DFFF"/>
                </a:solidFill>
                <a:latin typeface="Courier New"/>
                <a:cs typeface="Courier New"/>
              </a:rPr>
              <a:t>run</a:t>
            </a:r>
            <a:r>
              <a:rPr sz="1500" spc="5" dirty="0">
                <a:solidFill>
                  <a:srgbClr val="00DF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AF20"/>
                </a:solidFill>
                <a:latin typeface="Courier New"/>
                <a:cs typeface="Courier New"/>
              </a:rPr>
              <a:t>-</a:t>
            </a:r>
            <a:r>
              <a:rPr sz="1500" dirty="0">
                <a:solidFill>
                  <a:srgbClr val="FFAF20"/>
                </a:solidFill>
                <a:latin typeface="Courier New"/>
                <a:cs typeface="Courier New"/>
              </a:rPr>
              <a:t>p</a:t>
            </a:r>
            <a:r>
              <a:rPr sz="1500" spc="-5" dirty="0">
                <a:solidFill>
                  <a:srgbClr val="FFAF2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B8E986"/>
                </a:solidFill>
                <a:latin typeface="Courier New"/>
                <a:cs typeface="Courier New"/>
              </a:rPr>
              <a:t>8000:8000</a:t>
            </a:r>
            <a:r>
              <a:rPr sz="1500" spc="5" dirty="0">
                <a:solidFill>
                  <a:srgbClr val="B8E986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ourier New"/>
                <a:cs typeface="Courier New"/>
              </a:rPr>
              <a:t>iot-ids-</a:t>
            </a:r>
            <a:r>
              <a:rPr sz="1500" spc="-25" dirty="0">
                <a:solidFill>
                  <a:srgbClr val="FFFFFF"/>
                </a:solidFill>
                <a:latin typeface="Courier New"/>
                <a:cs typeface="Courier New"/>
              </a:rPr>
              <a:t>api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2784" y="4970424"/>
            <a:ext cx="313309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$</a:t>
            </a:r>
            <a:r>
              <a:rPr sz="1100" i="1" spc="-20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API</a:t>
            </a:r>
            <a:r>
              <a:rPr sz="1100" i="1" spc="-1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6A7B91"/>
                </a:solidFill>
                <a:latin typeface="Courier New"/>
                <a:cs typeface="Courier New"/>
              </a:rPr>
              <a:t>now</a:t>
            </a:r>
            <a:r>
              <a:rPr sz="1100" i="1" spc="-15" dirty="0">
                <a:solidFill>
                  <a:srgbClr val="6A7B91"/>
                </a:solidFill>
                <a:latin typeface="Courier New"/>
                <a:cs typeface="Courier New"/>
              </a:rPr>
              <a:t> </a:t>
            </a:r>
            <a:r>
              <a:rPr sz="1100" i="1" spc="-20" dirty="0">
                <a:solidFill>
                  <a:srgbClr val="6A7B91"/>
                </a:solidFill>
                <a:latin typeface="Courier New"/>
                <a:cs typeface="Courier New"/>
              </a:rPr>
              <a:t>live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34645" algn="l"/>
              </a:tabLst>
            </a:pPr>
            <a:r>
              <a:rPr sz="1400" spc="-50" dirty="0">
                <a:solidFill>
                  <a:srgbClr val="2FD279"/>
                </a:solidFill>
                <a:latin typeface="Courier New"/>
                <a:cs typeface="Courier New"/>
              </a:rPr>
              <a:t>→</a:t>
            </a:r>
            <a:r>
              <a:rPr sz="1400" dirty="0">
                <a:solidFill>
                  <a:srgbClr val="2FD279"/>
                </a:solidFill>
                <a:latin typeface="Courier New"/>
                <a:cs typeface="Courier New"/>
              </a:rPr>
              <a:t>	</a:t>
            </a:r>
            <a:r>
              <a:rPr sz="1400" spc="-10" dirty="0">
                <a:solidFill>
                  <a:srgbClr val="00DFFF"/>
                </a:solidFill>
                <a:latin typeface="Courier New"/>
                <a:cs typeface="Courier New"/>
                <a:hlinkClick r:id="rId6"/>
              </a:rPr>
              <a:t>http://localhost:8000/docs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538683" y="1670024"/>
            <a:ext cx="5118735" cy="1049655"/>
            <a:chOff x="6538683" y="1670024"/>
            <a:chExt cx="5118735" cy="1049655"/>
          </a:xfrm>
        </p:grpSpPr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8683" y="1670024"/>
              <a:ext cx="5118481" cy="10490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583324" y="1691640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19">
                  <a:moveTo>
                    <a:pt x="4989233" y="0"/>
                  </a:moveTo>
                  <a:lnTo>
                    <a:pt x="39598" y="0"/>
                  </a:lnTo>
                  <a:lnTo>
                    <a:pt x="31318" y="2159"/>
                  </a:lnTo>
                  <a:lnTo>
                    <a:pt x="24117" y="6476"/>
                  </a:lnTo>
                  <a:lnTo>
                    <a:pt x="16560" y="10439"/>
                  </a:lnTo>
                  <a:lnTo>
                    <a:pt x="10795" y="16560"/>
                  </a:lnTo>
                  <a:lnTo>
                    <a:pt x="6476" y="23761"/>
                  </a:lnTo>
                  <a:lnTo>
                    <a:pt x="2159" y="31318"/>
                  </a:lnTo>
                  <a:lnTo>
                    <a:pt x="0" y="39598"/>
                  </a:lnTo>
                  <a:lnTo>
                    <a:pt x="0" y="920521"/>
                  </a:lnTo>
                  <a:lnTo>
                    <a:pt x="2066" y="928446"/>
                  </a:lnTo>
                  <a:lnTo>
                    <a:pt x="2159" y="928801"/>
                  </a:lnTo>
                  <a:lnTo>
                    <a:pt x="6476" y="936002"/>
                  </a:lnTo>
                  <a:lnTo>
                    <a:pt x="10439" y="943559"/>
                  </a:lnTo>
                  <a:lnTo>
                    <a:pt x="16560" y="949325"/>
                  </a:lnTo>
                  <a:lnTo>
                    <a:pt x="23761" y="953643"/>
                  </a:lnTo>
                  <a:lnTo>
                    <a:pt x="31318" y="957961"/>
                  </a:lnTo>
                  <a:lnTo>
                    <a:pt x="39598" y="960120"/>
                  </a:lnTo>
                  <a:lnTo>
                    <a:pt x="4989601" y="959764"/>
                  </a:lnTo>
                  <a:lnTo>
                    <a:pt x="4997881" y="957605"/>
                  </a:lnTo>
                  <a:lnTo>
                    <a:pt x="5005070" y="953274"/>
                  </a:lnTo>
                  <a:lnTo>
                    <a:pt x="5012639" y="949325"/>
                  </a:lnTo>
                  <a:lnTo>
                    <a:pt x="5029200" y="911885"/>
                  </a:lnTo>
                  <a:lnTo>
                    <a:pt x="5028835" y="47879"/>
                  </a:lnTo>
                  <a:lnTo>
                    <a:pt x="5028831" y="39598"/>
                  </a:lnTo>
                  <a:lnTo>
                    <a:pt x="5026672" y="31318"/>
                  </a:lnTo>
                  <a:lnTo>
                    <a:pt x="5022354" y="24117"/>
                  </a:lnTo>
                  <a:lnTo>
                    <a:pt x="5018392" y="16560"/>
                  </a:lnTo>
                  <a:lnTo>
                    <a:pt x="5012270" y="10795"/>
                  </a:lnTo>
                  <a:lnTo>
                    <a:pt x="5005070" y="6476"/>
                  </a:lnTo>
                  <a:lnTo>
                    <a:pt x="4997513" y="2159"/>
                  </a:lnTo>
                  <a:lnTo>
                    <a:pt x="498923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83324" y="1691640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19">
                  <a:moveTo>
                    <a:pt x="0" y="47879"/>
                  </a:moveTo>
                  <a:lnTo>
                    <a:pt x="0" y="39598"/>
                  </a:lnTo>
                  <a:lnTo>
                    <a:pt x="2159" y="31318"/>
                  </a:lnTo>
                  <a:lnTo>
                    <a:pt x="6476" y="23761"/>
                  </a:lnTo>
                  <a:lnTo>
                    <a:pt x="10795" y="16560"/>
                  </a:lnTo>
                  <a:lnTo>
                    <a:pt x="16560" y="10439"/>
                  </a:lnTo>
                  <a:lnTo>
                    <a:pt x="24117" y="6476"/>
                  </a:lnTo>
                  <a:lnTo>
                    <a:pt x="31318" y="2159"/>
                  </a:lnTo>
                  <a:lnTo>
                    <a:pt x="39598" y="0"/>
                  </a:lnTo>
                  <a:lnTo>
                    <a:pt x="47879" y="0"/>
                  </a:lnTo>
                  <a:lnTo>
                    <a:pt x="4980952" y="0"/>
                  </a:lnTo>
                  <a:lnTo>
                    <a:pt x="4989233" y="0"/>
                  </a:lnTo>
                  <a:lnTo>
                    <a:pt x="4997513" y="2159"/>
                  </a:lnTo>
                  <a:lnTo>
                    <a:pt x="5005070" y="6476"/>
                  </a:lnTo>
                  <a:lnTo>
                    <a:pt x="5012270" y="10795"/>
                  </a:lnTo>
                  <a:lnTo>
                    <a:pt x="5018392" y="16560"/>
                  </a:lnTo>
                  <a:lnTo>
                    <a:pt x="5022354" y="24117"/>
                  </a:lnTo>
                  <a:lnTo>
                    <a:pt x="5026672" y="31318"/>
                  </a:lnTo>
                  <a:lnTo>
                    <a:pt x="5028831" y="39598"/>
                  </a:lnTo>
                  <a:lnTo>
                    <a:pt x="5028831" y="47879"/>
                  </a:lnTo>
                  <a:lnTo>
                    <a:pt x="5029200" y="911885"/>
                  </a:lnTo>
                  <a:lnTo>
                    <a:pt x="5029200" y="920165"/>
                  </a:lnTo>
                  <a:lnTo>
                    <a:pt x="5027041" y="928446"/>
                  </a:lnTo>
                  <a:lnTo>
                    <a:pt x="5022710" y="936002"/>
                  </a:lnTo>
                  <a:lnTo>
                    <a:pt x="5018392" y="943203"/>
                  </a:lnTo>
                  <a:lnTo>
                    <a:pt x="5012639" y="949325"/>
                  </a:lnTo>
                  <a:lnTo>
                    <a:pt x="5005070" y="953274"/>
                  </a:lnTo>
                  <a:lnTo>
                    <a:pt x="4997881" y="957605"/>
                  </a:lnTo>
                  <a:lnTo>
                    <a:pt x="4989601" y="959764"/>
                  </a:lnTo>
                  <a:lnTo>
                    <a:pt x="4981321" y="959764"/>
                  </a:lnTo>
                  <a:lnTo>
                    <a:pt x="47879" y="960120"/>
                  </a:lnTo>
                  <a:lnTo>
                    <a:pt x="39598" y="960120"/>
                  </a:lnTo>
                  <a:lnTo>
                    <a:pt x="31318" y="957961"/>
                  </a:lnTo>
                  <a:lnTo>
                    <a:pt x="23761" y="953643"/>
                  </a:lnTo>
                  <a:lnTo>
                    <a:pt x="16560" y="949325"/>
                  </a:lnTo>
                  <a:lnTo>
                    <a:pt x="10439" y="943559"/>
                  </a:lnTo>
                  <a:lnTo>
                    <a:pt x="6476" y="936002"/>
                  </a:lnTo>
                  <a:lnTo>
                    <a:pt x="2159" y="928801"/>
                  </a:lnTo>
                  <a:lnTo>
                    <a:pt x="0" y="920521"/>
                  </a:lnTo>
                  <a:lnTo>
                    <a:pt x="0" y="912240"/>
                  </a:lnTo>
                  <a:lnTo>
                    <a:pt x="0" y="4787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3725" y="1674710"/>
              <a:ext cx="152641" cy="103932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583679" y="1691640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19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890664" y="1664099"/>
            <a:ext cx="1943735" cy="7264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Portable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Runs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same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on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any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machine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538683" y="2767304"/>
            <a:ext cx="5118735" cy="1049655"/>
            <a:chOff x="6538683" y="2767304"/>
            <a:chExt cx="5118735" cy="1049655"/>
          </a:xfrm>
        </p:grpSpPr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8683" y="2767304"/>
              <a:ext cx="5118481" cy="104905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583324" y="2788919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20">
                  <a:moveTo>
                    <a:pt x="4989233" y="0"/>
                  </a:moveTo>
                  <a:lnTo>
                    <a:pt x="39598" y="0"/>
                  </a:lnTo>
                  <a:lnTo>
                    <a:pt x="31318" y="2158"/>
                  </a:lnTo>
                  <a:lnTo>
                    <a:pt x="24117" y="6476"/>
                  </a:lnTo>
                  <a:lnTo>
                    <a:pt x="16560" y="10439"/>
                  </a:lnTo>
                  <a:lnTo>
                    <a:pt x="10795" y="16560"/>
                  </a:lnTo>
                  <a:lnTo>
                    <a:pt x="6476" y="23761"/>
                  </a:lnTo>
                  <a:lnTo>
                    <a:pt x="2159" y="31318"/>
                  </a:lnTo>
                  <a:lnTo>
                    <a:pt x="0" y="39598"/>
                  </a:lnTo>
                  <a:lnTo>
                    <a:pt x="0" y="920521"/>
                  </a:lnTo>
                  <a:lnTo>
                    <a:pt x="2066" y="928446"/>
                  </a:lnTo>
                  <a:lnTo>
                    <a:pt x="2159" y="928801"/>
                  </a:lnTo>
                  <a:lnTo>
                    <a:pt x="6476" y="936002"/>
                  </a:lnTo>
                  <a:lnTo>
                    <a:pt x="10439" y="943559"/>
                  </a:lnTo>
                  <a:lnTo>
                    <a:pt x="16560" y="949324"/>
                  </a:lnTo>
                  <a:lnTo>
                    <a:pt x="23761" y="953642"/>
                  </a:lnTo>
                  <a:lnTo>
                    <a:pt x="31318" y="957960"/>
                  </a:lnTo>
                  <a:lnTo>
                    <a:pt x="39598" y="960119"/>
                  </a:lnTo>
                  <a:lnTo>
                    <a:pt x="4989601" y="959764"/>
                  </a:lnTo>
                  <a:lnTo>
                    <a:pt x="4997881" y="957605"/>
                  </a:lnTo>
                  <a:lnTo>
                    <a:pt x="5005070" y="953274"/>
                  </a:lnTo>
                  <a:lnTo>
                    <a:pt x="5012639" y="949324"/>
                  </a:lnTo>
                  <a:lnTo>
                    <a:pt x="5029200" y="911885"/>
                  </a:lnTo>
                  <a:lnTo>
                    <a:pt x="5028835" y="47878"/>
                  </a:lnTo>
                  <a:lnTo>
                    <a:pt x="5028831" y="39598"/>
                  </a:lnTo>
                  <a:lnTo>
                    <a:pt x="5026672" y="31318"/>
                  </a:lnTo>
                  <a:lnTo>
                    <a:pt x="5022354" y="24117"/>
                  </a:lnTo>
                  <a:lnTo>
                    <a:pt x="5018392" y="16560"/>
                  </a:lnTo>
                  <a:lnTo>
                    <a:pt x="5012270" y="10794"/>
                  </a:lnTo>
                  <a:lnTo>
                    <a:pt x="5005070" y="6476"/>
                  </a:lnTo>
                  <a:lnTo>
                    <a:pt x="4997513" y="2158"/>
                  </a:lnTo>
                  <a:lnTo>
                    <a:pt x="498923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83324" y="2788919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20">
                  <a:moveTo>
                    <a:pt x="0" y="47878"/>
                  </a:moveTo>
                  <a:lnTo>
                    <a:pt x="0" y="39598"/>
                  </a:lnTo>
                  <a:lnTo>
                    <a:pt x="2159" y="31318"/>
                  </a:lnTo>
                  <a:lnTo>
                    <a:pt x="6476" y="23761"/>
                  </a:lnTo>
                  <a:lnTo>
                    <a:pt x="10795" y="16560"/>
                  </a:lnTo>
                  <a:lnTo>
                    <a:pt x="16560" y="10439"/>
                  </a:lnTo>
                  <a:lnTo>
                    <a:pt x="24117" y="6476"/>
                  </a:lnTo>
                  <a:lnTo>
                    <a:pt x="31318" y="2158"/>
                  </a:lnTo>
                  <a:lnTo>
                    <a:pt x="39598" y="0"/>
                  </a:lnTo>
                  <a:lnTo>
                    <a:pt x="47879" y="0"/>
                  </a:lnTo>
                  <a:lnTo>
                    <a:pt x="4980952" y="0"/>
                  </a:lnTo>
                  <a:lnTo>
                    <a:pt x="4989233" y="0"/>
                  </a:lnTo>
                  <a:lnTo>
                    <a:pt x="4997513" y="2158"/>
                  </a:lnTo>
                  <a:lnTo>
                    <a:pt x="5005070" y="6476"/>
                  </a:lnTo>
                  <a:lnTo>
                    <a:pt x="5012270" y="10794"/>
                  </a:lnTo>
                  <a:lnTo>
                    <a:pt x="5018392" y="16560"/>
                  </a:lnTo>
                  <a:lnTo>
                    <a:pt x="5022354" y="24117"/>
                  </a:lnTo>
                  <a:lnTo>
                    <a:pt x="5026672" y="31318"/>
                  </a:lnTo>
                  <a:lnTo>
                    <a:pt x="5028831" y="39598"/>
                  </a:lnTo>
                  <a:lnTo>
                    <a:pt x="5028831" y="47878"/>
                  </a:lnTo>
                  <a:lnTo>
                    <a:pt x="5029200" y="911885"/>
                  </a:lnTo>
                  <a:lnTo>
                    <a:pt x="5029200" y="920165"/>
                  </a:lnTo>
                  <a:lnTo>
                    <a:pt x="5027041" y="928446"/>
                  </a:lnTo>
                  <a:lnTo>
                    <a:pt x="5022710" y="936002"/>
                  </a:lnTo>
                  <a:lnTo>
                    <a:pt x="5018392" y="943203"/>
                  </a:lnTo>
                  <a:lnTo>
                    <a:pt x="5012639" y="949324"/>
                  </a:lnTo>
                  <a:lnTo>
                    <a:pt x="5005070" y="953274"/>
                  </a:lnTo>
                  <a:lnTo>
                    <a:pt x="4997881" y="957605"/>
                  </a:lnTo>
                  <a:lnTo>
                    <a:pt x="4989601" y="959764"/>
                  </a:lnTo>
                  <a:lnTo>
                    <a:pt x="4981321" y="959764"/>
                  </a:lnTo>
                  <a:lnTo>
                    <a:pt x="47879" y="960119"/>
                  </a:lnTo>
                  <a:lnTo>
                    <a:pt x="39598" y="960119"/>
                  </a:lnTo>
                  <a:lnTo>
                    <a:pt x="31318" y="957960"/>
                  </a:lnTo>
                  <a:lnTo>
                    <a:pt x="23761" y="953642"/>
                  </a:lnTo>
                  <a:lnTo>
                    <a:pt x="16560" y="949324"/>
                  </a:lnTo>
                  <a:lnTo>
                    <a:pt x="10439" y="943559"/>
                  </a:lnTo>
                  <a:lnTo>
                    <a:pt x="6476" y="936002"/>
                  </a:lnTo>
                  <a:lnTo>
                    <a:pt x="2159" y="928801"/>
                  </a:lnTo>
                  <a:lnTo>
                    <a:pt x="0" y="920521"/>
                  </a:lnTo>
                  <a:lnTo>
                    <a:pt x="0" y="912240"/>
                  </a:lnTo>
                  <a:lnTo>
                    <a:pt x="0" y="47878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3725" y="2771990"/>
              <a:ext cx="152641" cy="103932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583679" y="2788919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890664" y="2761378"/>
            <a:ext cx="2171700" cy="7264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Reproducible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Pinned</a:t>
            </a:r>
            <a:r>
              <a:rPr sz="1200" spc="-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dependencies,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 no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surprises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538683" y="3864584"/>
            <a:ext cx="5118735" cy="1049655"/>
            <a:chOff x="6538683" y="3864584"/>
            <a:chExt cx="5118735" cy="1049655"/>
          </a:xfrm>
        </p:grpSpPr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8683" y="3864584"/>
              <a:ext cx="5118481" cy="104905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583324" y="3886200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20">
                  <a:moveTo>
                    <a:pt x="4989233" y="0"/>
                  </a:moveTo>
                  <a:lnTo>
                    <a:pt x="39598" y="0"/>
                  </a:lnTo>
                  <a:lnTo>
                    <a:pt x="31318" y="2158"/>
                  </a:lnTo>
                  <a:lnTo>
                    <a:pt x="24117" y="6476"/>
                  </a:lnTo>
                  <a:lnTo>
                    <a:pt x="16560" y="10439"/>
                  </a:lnTo>
                  <a:lnTo>
                    <a:pt x="10795" y="16560"/>
                  </a:lnTo>
                  <a:lnTo>
                    <a:pt x="6476" y="23761"/>
                  </a:lnTo>
                  <a:lnTo>
                    <a:pt x="2159" y="31318"/>
                  </a:lnTo>
                  <a:lnTo>
                    <a:pt x="0" y="39598"/>
                  </a:lnTo>
                  <a:lnTo>
                    <a:pt x="0" y="920521"/>
                  </a:lnTo>
                  <a:lnTo>
                    <a:pt x="2066" y="928446"/>
                  </a:lnTo>
                  <a:lnTo>
                    <a:pt x="2159" y="928801"/>
                  </a:lnTo>
                  <a:lnTo>
                    <a:pt x="6476" y="936002"/>
                  </a:lnTo>
                  <a:lnTo>
                    <a:pt x="10439" y="943559"/>
                  </a:lnTo>
                  <a:lnTo>
                    <a:pt x="16560" y="949325"/>
                  </a:lnTo>
                  <a:lnTo>
                    <a:pt x="23761" y="953643"/>
                  </a:lnTo>
                  <a:lnTo>
                    <a:pt x="31318" y="957961"/>
                  </a:lnTo>
                  <a:lnTo>
                    <a:pt x="39598" y="960119"/>
                  </a:lnTo>
                  <a:lnTo>
                    <a:pt x="4989601" y="959764"/>
                  </a:lnTo>
                  <a:lnTo>
                    <a:pt x="4997881" y="957605"/>
                  </a:lnTo>
                  <a:lnTo>
                    <a:pt x="5005070" y="953274"/>
                  </a:lnTo>
                  <a:lnTo>
                    <a:pt x="5012639" y="949325"/>
                  </a:lnTo>
                  <a:lnTo>
                    <a:pt x="5029200" y="911885"/>
                  </a:lnTo>
                  <a:lnTo>
                    <a:pt x="5028835" y="47879"/>
                  </a:lnTo>
                  <a:lnTo>
                    <a:pt x="5028831" y="39598"/>
                  </a:lnTo>
                  <a:lnTo>
                    <a:pt x="5026672" y="31318"/>
                  </a:lnTo>
                  <a:lnTo>
                    <a:pt x="5022354" y="24117"/>
                  </a:lnTo>
                  <a:lnTo>
                    <a:pt x="5018392" y="16560"/>
                  </a:lnTo>
                  <a:lnTo>
                    <a:pt x="5012270" y="10794"/>
                  </a:lnTo>
                  <a:lnTo>
                    <a:pt x="5005070" y="6476"/>
                  </a:lnTo>
                  <a:lnTo>
                    <a:pt x="4997513" y="2158"/>
                  </a:lnTo>
                  <a:lnTo>
                    <a:pt x="498923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83324" y="3886200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20">
                  <a:moveTo>
                    <a:pt x="0" y="47879"/>
                  </a:moveTo>
                  <a:lnTo>
                    <a:pt x="0" y="39598"/>
                  </a:lnTo>
                  <a:lnTo>
                    <a:pt x="2159" y="31318"/>
                  </a:lnTo>
                  <a:lnTo>
                    <a:pt x="6476" y="23761"/>
                  </a:lnTo>
                  <a:lnTo>
                    <a:pt x="10795" y="16560"/>
                  </a:lnTo>
                  <a:lnTo>
                    <a:pt x="16560" y="10439"/>
                  </a:lnTo>
                  <a:lnTo>
                    <a:pt x="24117" y="6476"/>
                  </a:lnTo>
                  <a:lnTo>
                    <a:pt x="31318" y="2158"/>
                  </a:lnTo>
                  <a:lnTo>
                    <a:pt x="39598" y="0"/>
                  </a:lnTo>
                  <a:lnTo>
                    <a:pt x="47879" y="0"/>
                  </a:lnTo>
                  <a:lnTo>
                    <a:pt x="4980952" y="0"/>
                  </a:lnTo>
                  <a:lnTo>
                    <a:pt x="4989233" y="0"/>
                  </a:lnTo>
                  <a:lnTo>
                    <a:pt x="4997513" y="2158"/>
                  </a:lnTo>
                  <a:lnTo>
                    <a:pt x="5005070" y="6476"/>
                  </a:lnTo>
                  <a:lnTo>
                    <a:pt x="5012270" y="10794"/>
                  </a:lnTo>
                  <a:lnTo>
                    <a:pt x="5018392" y="16560"/>
                  </a:lnTo>
                  <a:lnTo>
                    <a:pt x="5022354" y="24117"/>
                  </a:lnTo>
                  <a:lnTo>
                    <a:pt x="5026672" y="31318"/>
                  </a:lnTo>
                  <a:lnTo>
                    <a:pt x="5028831" y="39598"/>
                  </a:lnTo>
                  <a:lnTo>
                    <a:pt x="5028831" y="47879"/>
                  </a:lnTo>
                  <a:lnTo>
                    <a:pt x="5029200" y="911885"/>
                  </a:lnTo>
                  <a:lnTo>
                    <a:pt x="5029200" y="920165"/>
                  </a:lnTo>
                  <a:lnTo>
                    <a:pt x="5027041" y="928446"/>
                  </a:lnTo>
                  <a:lnTo>
                    <a:pt x="5022710" y="936002"/>
                  </a:lnTo>
                  <a:lnTo>
                    <a:pt x="5018392" y="943203"/>
                  </a:lnTo>
                  <a:lnTo>
                    <a:pt x="5012639" y="949325"/>
                  </a:lnTo>
                  <a:lnTo>
                    <a:pt x="5005070" y="953274"/>
                  </a:lnTo>
                  <a:lnTo>
                    <a:pt x="4997881" y="957605"/>
                  </a:lnTo>
                  <a:lnTo>
                    <a:pt x="4989601" y="959764"/>
                  </a:lnTo>
                  <a:lnTo>
                    <a:pt x="4981321" y="959764"/>
                  </a:lnTo>
                  <a:lnTo>
                    <a:pt x="47879" y="960119"/>
                  </a:lnTo>
                  <a:lnTo>
                    <a:pt x="39598" y="960119"/>
                  </a:lnTo>
                  <a:lnTo>
                    <a:pt x="31318" y="957961"/>
                  </a:lnTo>
                  <a:lnTo>
                    <a:pt x="23761" y="953643"/>
                  </a:lnTo>
                  <a:lnTo>
                    <a:pt x="16560" y="949325"/>
                  </a:lnTo>
                  <a:lnTo>
                    <a:pt x="10439" y="943559"/>
                  </a:lnTo>
                  <a:lnTo>
                    <a:pt x="6476" y="936002"/>
                  </a:lnTo>
                  <a:lnTo>
                    <a:pt x="2159" y="928801"/>
                  </a:lnTo>
                  <a:lnTo>
                    <a:pt x="0" y="920521"/>
                  </a:lnTo>
                  <a:lnTo>
                    <a:pt x="0" y="912241"/>
                  </a:lnTo>
                  <a:lnTo>
                    <a:pt x="0" y="4787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3725" y="3869270"/>
              <a:ext cx="152641" cy="10393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583679" y="3886200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890664" y="3858658"/>
            <a:ext cx="1640205" cy="7264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17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Single</a:t>
            </a:r>
            <a:r>
              <a:rPr sz="12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in-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memory</a:t>
            </a:r>
            <a:r>
              <a:rPr sz="1200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pipeline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538683" y="4961864"/>
            <a:ext cx="5118735" cy="1049655"/>
            <a:chOff x="6538683" y="4961864"/>
            <a:chExt cx="5118735" cy="1049655"/>
          </a:xfrm>
        </p:grpSpPr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8683" y="4961864"/>
              <a:ext cx="5118481" cy="104905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583324" y="4983479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20">
                  <a:moveTo>
                    <a:pt x="4989233" y="0"/>
                  </a:moveTo>
                  <a:lnTo>
                    <a:pt x="39598" y="0"/>
                  </a:lnTo>
                  <a:lnTo>
                    <a:pt x="31318" y="2159"/>
                  </a:lnTo>
                  <a:lnTo>
                    <a:pt x="24117" y="6477"/>
                  </a:lnTo>
                  <a:lnTo>
                    <a:pt x="16560" y="10439"/>
                  </a:lnTo>
                  <a:lnTo>
                    <a:pt x="10795" y="16560"/>
                  </a:lnTo>
                  <a:lnTo>
                    <a:pt x="6476" y="23761"/>
                  </a:lnTo>
                  <a:lnTo>
                    <a:pt x="2159" y="31318"/>
                  </a:lnTo>
                  <a:lnTo>
                    <a:pt x="0" y="39598"/>
                  </a:lnTo>
                  <a:lnTo>
                    <a:pt x="0" y="920521"/>
                  </a:lnTo>
                  <a:lnTo>
                    <a:pt x="2066" y="928446"/>
                  </a:lnTo>
                  <a:lnTo>
                    <a:pt x="2159" y="928801"/>
                  </a:lnTo>
                  <a:lnTo>
                    <a:pt x="6476" y="936002"/>
                  </a:lnTo>
                  <a:lnTo>
                    <a:pt x="10439" y="943559"/>
                  </a:lnTo>
                  <a:lnTo>
                    <a:pt x="16560" y="949325"/>
                  </a:lnTo>
                  <a:lnTo>
                    <a:pt x="23761" y="953643"/>
                  </a:lnTo>
                  <a:lnTo>
                    <a:pt x="31318" y="957961"/>
                  </a:lnTo>
                  <a:lnTo>
                    <a:pt x="39598" y="960120"/>
                  </a:lnTo>
                  <a:lnTo>
                    <a:pt x="4989601" y="959764"/>
                  </a:lnTo>
                  <a:lnTo>
                    <a:pt x="4997881" y="957605"/>
                  </a:lnTo>
                  <a:lnTo>
                    <a:pt x="5005070" y="953274"/>
                  </a:lnTo>
                  <a:lnTo>
                    <a:pt x="5012639" y="949325"/>
                  </a:lnTo>
                  <a:lnTo>
                    <a:pt x="5029200" y="911885"/>
                  </a:lnTo>
                  <a:lnTo>
                    <a:pt x="5028835" y="47879"/>
                  </a:lnTo>
                  <a:lnTo>
                    <a:pt x="5028831" y="39598"/>
                  </a:lnTo>
                  <a:lnTo>
                    <a:pt x="5026672" y="31318"/>
                  </a:lnTo>
                  <a:lnTo>
                    <a:pt x="5022354" y="24117"/>
                  </a:lnTo>
                  <a:lnTo>
                    <a:pt x="5018392" y="16560"/>
                  </a:lnTo>
                  <a:lnTo>
                    <a:pt x="5012270" y="10795"/>
                  </a:lnTo>
                  <a:lnTo>
                    <a:pt x="5005070" y="6477"/>
                  </a:lnTo>
                  <a:lnTo>
                    <a:pt x="4997513" y="2159"/>
                  </a:lnTo>
                  <a:lnTo>
                    <a:pt x="498923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83324" y="4983479"/>
              <a:ext cx="5029200" cy="960119"/>
            </a:xfrm>
            <a:custGeom>
              <a:avLst/>
              <a:gdLst/>
              <a:ahLst/>
              <a:cxnLst/>
              <a:rect l="l" t="t" r="r" b="b"/>
              <a:pathLst>
                <a:path w="5029200" h="960120">
                  <a:moveTo>
                    <a:pt x="0" y="47879"/>
                  </a:moveTo>
                  <a:lnTo>
                    <a:pt x="0" y="39598"/>
                  </a:lnTo>
                  <a:lnTo>
                    <a:pt x="2159" y="31318"/>
                  </a:lnTo>
                  <a:lnTo>
                    <a:pt x="6476" y="23761"/>
                  </a:lnTo>
                  <a:lnTo>
                    <a:pt x="10795" y="16560"/>
                  </a:lnTo>
                  <a:lnTo>
                    <a:pt x="16560" y="10439"/>
                  </a:lnTo>
                  <a:lnTo>
                    <a:pt x="24117" y="6477"/>
                  </a:lnTo>
                  <a:lnTo>
                    <a:pt x="31318" y="2159"/>
                  </a:lnTo>
                  <a:lnTo>
                    <a:pt x="39598" y="0"/>
                  </a:lnTo>
                  <a:lnTo>
                    <a:pt x="47879" y="0"/>
                  </a:lnTo>
                  <a:lnTo>
                    <a:pt x="4980952" y="0"/>
                  </a:lnTo>
                  <a:lnTo>
                    <a:pt x="4989233" y="0"/>
                  </a:lnTo>
                  <a:lnTo>
                    <a:pt x="4997513" y="2159"/>
                  </a:lnTo>
                  <a:lnTo>
                    <a:pt x="5005070" y="6477"/>
                  </a:lnTo>
                  <a:lnTo>
                    <a:pt x="5012270" y="10795"/>
                  </a:lnTo>
                  <a:lnTo>
                    <a:pt x="5018392" y="16560"/>
                  </a:lnTo>
                  <a:lnTo>
                    <a:pt x="5022354" y="24117"/>
                  </a:lnTo>
                  <a:lnTo>
                    <a:pt x="5026672" y="31318"/>
                  </a:lnTo>
                  <a:lnTo>
                    <a:pt x="5028831" y="39598"/>
                  </a:lnTo>
                  <a:lnTo>
                    <a:pt x="5028831" y="47879"/>
                  </a:lnTo>
                  <a:lnTo>
                    <a:pt x="5029200" y="911885"/>
                  </a:lnTo>
                  <a:lnTo>
                    <a:pt x="5029200" y="920165"/>
                  </a:lnTo>
                  <a:lnTo>
                    <a:pt x="5027041" y="928446"/>
                  </a:lnTo>
                  <a:lnTo>
                    <a:pt x="5022710" y="936002"/>
                  </a:lnTo>
                  <a:lnTo>
                    <a:pt x="5018392" y="943203"/>
                  </a:lnTo>
                  <a:lnTo>
                    <a:pt x="5012639" y="949325"/>
                  </a:lnTo>
                  <a:lnTo>
                    <a:pt x="5005070" y="953274"/>
                  </a:lnTo>
                  <a:lnTo>
                    <a:pt x="4997881" y="957605"/>
                  </a:lnTo>
                  <a:lnTo>
                    <a:pt x="4989601" y="959764"/>
                  </a:lnTo>
                  <a:lnTo>
                    <a:pt x="4981321" y="959764"/>
                  </a:lnTo>
                  <a:lnTo>
                    <a:pt x="47879" y="960120"/>
                  </a:lnTo>
                  <a:lnTo>
                    <a:pt x="39598" y="960120"/>
                  </a:lnTo>
                  <a:lnTo>
                    <a:pt x="31318" y="957961"/>
                  </a:lnTo>
                  <a:lnTo>
                    <a:pt x="23761" y="953643"/>
                  </a:lnTo>
                  <a:lnTo>
                    <a:pt x="16560" y="949325"/>
                  </a:lnTo>
                  <a:lnTo>
                    <a:pt x="10439" y="943559"/>
                  </a:lnTo>
                  <a:lnTo>
                    <a:pt x="6476" y="936002"/>
                  </a:lnTo>
                  <a:lnTo>
                    <a:pt x="2159" y="928801"/>
                  </a:lnTo>
                  <a:lnTo>
                    <a:pt x="0" y="920521"/>
                  </a:lnTo>
                  <a:lnTo>
                    <a:pt x="0" y="912241"/>
                  </a:lnTo>
                  <a:lnTo>
                    <a:pt x="0" y="47879"/>
                  </a:lnTo>
                  <a:close/>
                </a:path>
              </a:pathLst>
            </a:custGeom>
            <a:ln w="9359">
              <a:solidFill>
                <a:srgbClr val="1A25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3725" y="4966550"/>
              <a:ext cx="152641" cy="103932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583679" y="4983479"/>
              <a:ext cx="73025" cy="960119"/>
            </a:xfrm>
            <a:custGeom>
              <a:avLst/>
              <a:gdLst/>
              <a:ahLst/>
              <a:cxnLst/>
              <a:rect l="l" t="t" r="r" b="b"/>
              <a:pathLst>
                <a:path w="73025" h="960120">
                  <a:moveTo>
                    <a:pt x="72720" y="0"/>
                  </a:moveTo>
                  <a:lnTo>
                    <a:pt x="0" y="0"/>
                  </a:lnTo>
                  <a:lnTo>
                    <a:pt x="0" y="959764"/>
                  </a:lnTo>
                  <a:lnTo>
                    <a:pt x="36360" y="959764"/>
                  </a:lnTo>
                  <a:lnTo>
                    <a:pt x="72720" y="959764"/>
                  </a:lnTo>
                  <a:lnTo>
                    <a:pt x="72720" y="0"/>
                  </a:lnTo>
                  <a:close/>
                </a:path>
              </a:pathLst>
            </a:custGeom>
            <a:solidFill>
              <a:srgbClr val="00D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890664" y="4955938"/>
            <a:ext cx="1601470" cy="7264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Plug-and-</a:t>
            </a:r>
            <a:r>
              <a:rPr sz="1700" b="1" spc="-20" dirty="0">
                <a:solidFill>
                  <a:srgbClr val="FFFFFF"/>
                </a:solidFill>
                <a:latin typeface="Calibri"/>
                <a:cs typeface="Calibri"/>
              </a:rPr>
              <a:t>play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Any</a:t>
            </a:r>
            <a:r>
              <a:rPr sz="12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HTTP</a:t>
            </a:r>
            <a:r>
              <a:rPr sz="12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client</a:t>
            </a:r>
            <a:r>
              <a:rPr sz="12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can</a:t>
            </a:r>
            <a:r>
              <a:rPr sz="1200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call</a:t>
            </a:r>
            <a:r>
              <a:rPr sz="1200" spc="-4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03940" y="6342024"/>
            <a:ext cx="2985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From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training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notebook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to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a</a:t>
            </a:r>
            <a:r>
              <a:rPr sz="1300" i="1" spc="-3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one-</a:t>
            </a:r>
            <a:r>
              <a:rPr sz="1300" i="1" dirty="0">
                <a:solidFill>
                  <a:srgbClr val="9CB2CC"/>
                </a:solidFill>
                <a:latin typeface="Calibri"/>
                <a:cs typeface="Calibri"/>
              </a:rPr>
              <a:t>line</a:t>
            </a:r>
            <a:r>
              <a:rPr sz="1300" i="1" spc="-3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9CB2CC"/>
                </a:solidFill>
                <a:latin typeface="Calibri"/>
                <a:cs typeface="Calibri"/>
              </a:rPr>
              <a:t>deploy.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6841" y="659511"/>
            <a:ext cx="189865" cy="189865"/>
            <a:chOff x="636841" y="659511"/>
            <a:chExt cx="189865" cy="1898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841" y="659511"/>
              <a:ext cx="189725" cy="18936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795" y="676440"/>
              <a:ext cx="109804" cy="10980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1365204" y="659511"/>
            <a:ext cx="189865" cy="189865"/>
            <a:chOff x="11365204" y="659511"/>
            <a:chExt cx="189865" cy="1898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65204" y="659511"/>
              <a:ext cx="189725" cy="1893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05158" y="676440"/>
              <a:ext cx="109804" cy="10980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36841" y="6054471"/>
            <a:ext cx="189865" cy="189865"/>
            <a:chOff x="636841" y="6054471"/>
            <a:chExt cx="189865" cy="18986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841" y="6054471"/>
              <a:ext cx="189725" cy="1893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795" y="6071400"/>
              <a:ext cx="109804" cy="10980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365204" y="6054471"/>
            <a:ext cx="189865" cy="189865"/>
            <a:chOff x="11365204" y="6054471"/>
            <a:chExt cx="189865" cy="18986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65204" y="6054471"/>
              <a:ext cx="189725" cy="1893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05158" y="6071400"/>
              <a:ext cx="109804" cy="10980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72137" y="901331"/>
            <a:ext cx="645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DFFF"/>
                </a:solidFill>
                <a:latin typeface="Calibri"/>
                <a:cs typeface="Calibri"/>
              </a:rPr>
              <a:t>WRAP-</a:t>
            </a:r>
            <a:r>
              <a:rPr sz="1200" b="1" spc="-25" dirty="0">
                <a:solidFill>
                  <a:srgbClr val="00DFFF"/>
                </a:solidFill>
                <a:latin typeface="Calibri"/>
                <a:cs typeface="Calibri"/>
              </a:rPr>
              <a:t>UP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647695" y="1404251"/>
            <a:ext cx="6882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</a:t>
            </a:r>
            <a:r>
              <a:rPr sz="4400" spc="-40" dirty="0"/>
              <a:t> </a:t>
            </a:r>
            <a:r>
              <a:rPr sz="4400" dirty="0"/>
              <a:t>working</a:t>
            </a:r>
            <a:r>
              <a:rPr sz="4400" spc="-40" dirty="0"/>
              <a:t> </a:t>
            </a:r>
            <a:r>
              <a:rPr sz="4400" dirty="0"/>
              <a:t>IoT</a:t>
            </a:r>
            <a:r>
              <a:rPr sz="4400" spc="-40" dirty="0"/>
              <a:t> </a:t>
            </a:r>
            <a:r>
              <a:rPr sz="4400" dirty="0"/>
              <a:t>IDS,</a:t>
            </a:r>
            <a:r>
              <a:rPr sz="4400" spc="-35" dirty="0"/>
              <a:t> </a:t>
            </a:r>
            <a:r>
              <a:rPr sz="4400" dirty="0"/>
              <a:t>end</a:t>
            </a:r>
            <a:r>
              <a:rPr sz="4400" spc="-40" dirty="0"/>
              <a:t> </a:t>
            </a:r>
            <a:r>
              <a:rPr sz="4400" dirty="0"/>
              <a:t>to</a:t>
            </a:r>
            <a:r>
              <a:rPr sz="4400" spc="-40" dirty="0"/>
              <a:t> </a:t>
            </a:r>
            <a:r>
              <a:rPr sz="4400" spc="-25" dirty="0"/>
              <a:t>end</a:t>
            </a:r>
            <a:endParaRPr sz="4400"/>
          </a:p>
        </p:txBody>
      </p:sp>
      <p:grpSp>
        <p:nvGrpSpPr>
          <p:cNvPr id="16" name="object 16"/>
          <p:cNvGrpSpPr/>
          <p:nvPr/>
        </p:nvGrpSpPr>
        <p:grpSpPr>
          <a:xfrm>
            <a:off x="608406" y="2902318"/>
            <a:ext cx="3476625" cy="1464310"/>
            <a:chOff x="608406" y="2902318"/>
            <a:chExt cx="3476625" cy="146431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406" y="2902318"/>
              <a:ext cx="3476155" cy="14637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4481" y="2925356"/>
              <a:ext cx="3383915" cy="1372235"/>
            </a:xfrm>
            <a:custGeom>
              <a:avLst/>
              <a:gdLst/>
              <a:ahLst/>
              <a:cxnLst/>
              <a:rect l="l" t="t" r="r" b="b"/>
              <a:pathLst>
                <a:path w="3383915" h="1372235">
                  <a:moveTo>
                    <a:pt x="82804" y="0"/>
                  </a:moveTo>
                  <a:lnTo>
                    <a:pt x="41401" y="11163"/>
                  </a:lnTo>
                  <a:lnTo>
                    <a:pt x="11518" y="41401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17052" y="1339593"/>
                  </a:lnTo>
                  <a:lnTo>
                    <a:pt x="17154" y="1339743"/>
                  </a:lnTo>
                  <a:lnTo>
                    <a:pt x="50947" y="1365587"/>
                  </a:lnTo>
                  <a:lnTo>
                    <a:pt x="82435" y="1371968"/>
                  </a:lnTo>
                  <a:lnTo>
                    <a:pt x="3301199" y="1371968"/>
                  </a:lnTo>
                  <a:lnTo>
                    <a:pt x="3342601" y="1360804"/>
                  </a:lnTo>
                  <a:lnTo>
                    <a:pt x="3372472" y="1330566"/>
                  </a:lnTo>
                  <a:lnTo>
                    <a:pt x="3377153" y="1321214"/>
                  </a:lnTo>
                  <a:lnTo>
                    <a:pt x="3377254" y="1321013"/>
                  </a:lnTo>
                  <a:lnTo>
                    <a:pt x="3383635" y="1289519"/>
                  </a:lnTo>
                  <a:lnTo>
                    <a:pt x="3383611" y="82448"/>
                  </a:lnTo>
                  <a:lnTo>
                    <a:pt x="3372472" y="41401"/>
                  </a:lnTo>
                  <a:lnTo>
                    <a:pt x="3342233" y="11518"/>
                  </a:lnTo>
                  <a:lnTo>
                    <a:pt x="330119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4481" y="2925356"/>
              <a:ext cx="3383915" cy="1372235"/>
            </a:xfrm>
            <a:custGeom>
              <a:avLst/>
              <a:gdLst/>
              <a:ahLst/>
              <a:cxnLst/>
              <a:rect l="l" t="t" r="r" b="b"/>
              <a:pathLst>
                <a:path w="3383915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9" y="24258"/>
                  </a:lnTo>
                  <a:lnTo>
                    <a:pt x="61288" y="2881"/>
                  </a:lnTo>
                  <a:lnTo>
                    <a:pt x="82804" y="0"/>
                  </a:lnTo>
                  <a:lnTo>
                    <a:pt x="3301199" y="368"/>
                  </a:lnTo>
                  <a:lnTo>
                    <a:pt x="3342233" y="11518"/>
                  </a:lnTo>
                  <a:lnTo>
                    <a:pt x="3372472" y="41401"/>
                  </a:lnTo>
                  <a:lnTo>
                    <a:pt x="3383635" y="82803"/>
                  </a:lnTo>
                  <a:lnTo>
                    <a:pt x="3383635" y="1289519"/>
                  </a:lnTo>
                  <a:lnTo>
                    <a:pt x="3382903" y="1300287"/>
                  </a:lnTo>
                  <a:lnTo>
                    <a:pt x="3380754" y="1310852"/>
                  </a:lnTo>
                  <a:lnTo>
                    <a:pt x="3359427" y="1347709"/>
                  </a:lnTo>
                  <a:lnTo>
                    <a:pt x="3322710" y="1369086"/>
                  </a:lnTo>
                  <a:lnTo>
                    <a:pt x="3301199" y="1371968"/>
                  </a:lnTo>
                  <a:lnTo>
                    <a:pt x="82435" y="1371968"/>
                  </a:lnTo>
                  <a:lnTo>
                    <a:pt x="41401" y="1360804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9304" y="3096260"/>
            <a:ext cx="32924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00DFFF"/>
                </a:solidFill>
                <a:latin typeface="Calibri"/>
                <a:cs typeface="Calibri"/>
              </a:rPr>
              <a:t>0.724</a:t>
            </a:r>
            <a:endParaRPr sz="2200">
              <a:latin typeface="Calibri"/>
              <a:cs typeface="Calibri"/>
            </a:endParaRPr>
          </a:p>
          <a:p>
            <a:pPr marR="13335" algn="ctr">
              <a:lnSpc>
                <a:spcPct val="100000"/>
              </a:lnSpc>
              <a:spcBef>
                <a:spcPts val="2035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Macro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F1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—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best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hierarchical</a:t>
            </a:r>
            <a:r>
              <a:rPr sz="1200" spc="-20" dirty="0">
                <a:solidFill>
                  <a:srgbClr val="9CB2CC"/>
                </a:solidFill>
                <a:latin typeface="Calibri"/>
                <a:cs typeface="Calibri"/>
              </a:rPr>
              <a:t> model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57446" y="2902318"/>
            <a:ext cx="3476625" cy="1464310"/>
            <a:chOff x="4357446" y="2902318"/>
            <a:chExt cx="3476625" cy="146431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7446" y="2902318"/>
              <a:ext cx="3476155" cy="14637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03521" y="2925356"/>
              <a:ext cx="3383915" cy="1372235"/>
            </a:xfrm>
            <a:custGeom>
              <a:avLst/>
              <a:gdLst/>
              <a:ahLst/>
              <a:cxnLst/>
              <a:rect l="l" t="t" r="r" b="b"/>
              <a:pathLst>
                <a:path w="3383915" h="1372235">
                  <a:moveTo>
                    <a:pt x="82804" y="0"/>
                  </a:moveTo>
                  <a:lnTo>
                    <a:pt x="41402" y="11163"/>
                  </a:lnTo>
                  <a:lnTo>
                    <a:pt x="11518" y="41401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2844" y="1310852"/>
                  </a:lnTo>
                  <a:lnTo>
                    <a:pt x="2881" y="1311035"/>
                  </a:lnTo>
                  <a:lnTo>
                    <a:pt x="6311" y="1321013"/>
                  </a:lnTo>
                  <a:lnTo>
                    <a:pt x="32374" y="1354819"/>
                  </a:lnTo>
                  <a:lnTo>
                    <a:pt x="71668" y="1371236"/>
                  </a:lnTo>
                  <a:lnTo>
                    <a:pt x="82435" y="1371968"/>
                  </a:lnTo>
                  <a:lnTo>
                    <a:pt x="3301199" y="1371968"/>
                  </a:lnTo>
                  <a:lnTo>
                    <a:pt x="3342601" y="1360804"/>
                  </a:lnTo>
                  <a:lnTo>
                    <a:pt x="3372472" y="1330566"/>
                  </a:lnTo>
                  <a:lnTo>
                    <a:pt x="3380691" y="1311035"/>
                  </a:lnTo>
                  <a:lnTo>
                    <a:pt x="3380754" y="1310852"/>
                  </a:lnTo>
                  <a:lnTo>
                    <a:pt x="3382871" y="1300448"/>
                  </a:lnTo>
                  <a:lnTo>
                    <a:pt x="3382903" y="1300287"/>
                  </a:lnTo>
                  <a:lnTo>
                    <a:pt x="3383635" y="1289519"/>
                  </a:lnTo>
                  <a:lnTo>
                    <a:pt x="3383611" y="82448"/>
                  </a:lnTo>
                  <a:lnTo>
                    <a:pt x="3372472" y="41401"/>
                  </a:lnTo>
                  <a:lnTo>
                    <a:pt x="3342233" y="11518"/>
                  </a:lnTo>
                  <a:lnTo>
                    <a:pt x="3301199" y="368"/>
                  </a:lnTo>
                  <a:lnTo>
                    <a:pt x="82804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03521" y="2925356"/>
              <a:ext cx="3383915" cy="1372235"/>
            </a:xfrm>
            <a:custGeom>
              <a:avLst/>
              <a:gdLst/>
              <a:ahLst/>
              <a:cxnLst/>
              <a:rect l="l" t="t" r="r" b="b"/>
              <a:pathLst>
                <a:path w="3383915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9" y="24258"/>
                  </a:lnTo>
                  <a:lnTo>
                    <a:pt x="61288" y="2881"/>
                  </a:lnTo>
                  <a:lnTo>
                    <a:pt x="82804" y="0"/>
                  </a:lnTo>
                  <a:lnTo>
                    <a:pt x="3301199" y="368"/>
                  </a:lnTo>
                  <a:lnTo>
                    <a:pt x="3342233" y="11518"/>
                  </a:lnTo>
                  <a:lnTo>
                    <a:pt x="3372472" y="41401"/>
                  </a:lnTo>
                  <a:lnTo>
                    <a:pt x="3383635" y="82803"/>
                  </a:lnTo>
                  <a:lnTo>
                    <a:pt x="3383635" y="1289519"/>
                  </a:lnTo>
                  <a:lnTo>
                    <a:pt x="3382903" y="1300287"/>
                  </a:lnTo>
                  <a:lnTo>
                    <a:pt x="3380754" y="1310852"/>
                  </a:lnTo>
                  <a:lnTo>
                    <a:pt x="3359427" y="1347709"/>
                  </a:lnTo>
                  <a:lnTo>
                    <a:pt x="3322710" y="1369086"/>
                  </a:lnTo>
                  <a:lnTo>
                    <a:pt x="3301199" y="1371968"/>
                  </a:lnTo>
                  <a:lnTo>
                    <a:pt x="82435" y="1371968"/>
                  </a:lnTo>
                  <a:lnTo>
                    <a:pt x="41402" y="1360804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165534" y="3096260"/>
            <a:ext cx="18605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00DFFF"/>
                </a:solidFill>
                <a:latin typeface="Calibri"/>
                <a:cs typeface="Calibri"/>
              </a:rPr>
              <a:t>3-</a:t>
            </a:r>
            <a:r>
              <a:rPr sz="2200" b="1" dirty="0">
                <a:solidFill>
                  <a:srgbClr val="00DFFF"/>
                </a:solidFill>
                <a:latin typeface="Calibri"/>
                <a:cs typeface="Calibri"/>
              </a:rPr>
              <a:t>stage</a:t>
            </a:r>
            <a:r>
              <a:rPr sz="2200" b="1" spc="-10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DFFF"/>
                </a:solidFill>
                <a:latin typeface="Calibri"/>
                <a:cs typeface="Calibri"/>
              </a:rPr>
              <a:t>pipeline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35016" y="3690251"/>
            <a:ext cx="171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Binary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→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family</a:t>
            </a:r>
            <a:r>
              <a:rPr sz="1200" spc="-1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→</a:t>
            </a:r>
            <a:r>
              <a:rPr sz="1200" spc="-2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subclass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06486" y="2902305"/>
            <a:ext cx="3476625" cy="1464310"/>
            <a:chOff x="8106486" y="2902305"/>
            <a:chExt cx="3476625" cy="146431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6486" y="2902305"/>
              <a:ext cx="3476155" cy="146413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52562" y="2925356"/>
              <a:ext cx="3383915" cy="1372235"/>
            </a:xfrm>
            <a:custGeom>
              <a:avLst/>
              <a:gdLst/>
              <a:ahLst/>
              <a:cxnLst/>
              <a:rect l="l" t="t" r="r" b="b"/>
              <a:pathLst>
                <a:path w="3383915" h="1372235">
                  <a:moveTo>
                    <a:pt x="82803" y="0"/>
                  </a:moveTo>
                  <a:lnTo>
                    <a:pt x="41401" y="11163"/>
                  </a:lnTo>
                  <a:lnTo>
                    <a:pt x="11518" y="41401"/>
                  </a:lnTo>
                  <a:lnTo>
                    <a:pt x="355" y="82448"/>
                  </a:lnTo>
                  <a:lnTo>
                    <a:pt x="0" y="1289519"/>
                  </a:lnTo>
                  <a:lnTo>
                    <a:pt x="720" y="1300287"/>
                  </a:lnTo>
                  <a:lnTo>
                    <a:pt x="731" y="1300448"/>
                  </a:lnTo>
                  <a:lnTo>
                    <a:pt x="2844" y="1310852"/>
                  </a:lnTo>
                  <a:lnTo>
                    <a:pt x="2881" y="1311035"/>
                  </a:lnTo>
                  <a:lnTo>
                    <a:pt x="6311" y="1321013"/>
                  </a:lnTo>
                  <a:lnTo>
                    <a:pt x="6381" y="1321214"/>
                  </a:lnTo>
                  <a:lnTo>
                    <a:pt x="11163" y="1330921"/>
                  </a:lnTo>
                  <a:lnTo>
                    <a:pt x="17052" y="1339593"/>
                  </a:lnTo>
                  <a:lnTo>
                    <a:pt x="17154" y="1339743"/>
                  </a:lnTo>
                  <a:lnTo>
                    <a:pt x="50947" y="1365587"/>
                  </a:lnTo>
                  <a:lnTo>
                    <a:pt x="82435" y="1371968"/>
                  </a:lnTo>
                  <a:lnTo>
                    <a:pt x="3301199" y="1371968"/>
                  </a:lnTo>
                  <a:lnTo>
                    <a:pt x="3342601" y="1360804"/>
                  </a:lnTo>
                  <a:lnTo>
                    <a:pt x="3372472" y="1330566"/>
                  </a:lnTo>
                  <a:lnTo>
                    <a:pt x="3380691" y="1311035"/>
                  </a:lnTo>
                  <a:lnTo>
                    <a:pt x="3380754" y="1310852"/>
                  </a:lnTo>
                  <a:lnTo>
                    <a:pt x="3382871" y="1300448"/>
                  </a:lnTo>
                  <a:lnTo>
                    <a:pt x="3382903" y="1300287"/>
                  </a:lnTo>
                  <a:lnTo>
                    <a:pt x="3383635" y="1289519"/>
                  </a:lnTo>
                  <a:lnTo>
                    <a:pt x="3383611" y="82448"/>
                  </a:lnTo>
                  <a:lnTo>
                    <a:pt x="3372472" y="41401"/>
                  </a:lnTo>
                  <a:lnTo>
                    <a:pt x="3342233" y="11518"/>
                  </a:lnTo>
                  <a:lnTo>
                    <a:pt x="3301199" y="368"/>
                  </a:lnTo>
                  <a:lnTo>
                    <a:pt x="82803" y="0"/>
                  </a:lnTo>
                  <a:close/>
                </a:path>
              </a:pathLst>
            </a:custGeom>
            <a:solidFill>
              <a:srgbClr val="11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52562" y="2925356"/>
              <a:ext cx="3383915" cy="1372235"/>
            </a:xfrm>
            <a:custGeom>
              <a:avLst/>
              <a:gdLst/>
              <a:ahLst/>
              <a:cxnLst/>
              <a:rect l="l" t="t" r="r" b="b"/>
              <a:pathLst>
                <a:path w="3383915" h="1372235">
                  <a:moveTo>
                    <a:pt x="355" y="82448"/>
                  </a:moveTo>
                  <a:lnTo>
                    <a:pt x="1087" y="71680"/>
                  </a:lnTo>
                  <a:lnTo>
                    <a:pt x="3236" y="61115"/>
                  </a:lnTo>
                  <a:lnTo>
                    <a:pt x="24569" y="24258"/>
                  </a:lnTo>
                  <a:lnTo>
                    <a:pt x="61288" y="2881"/>
                  </a:lnTo>
                  <a:lnTo>
                    <a:pt x="82803" y="0"/>
                  </a:lnTo>
                  <a:lnTo>
                    <a:pt x="3301199" y="368"/>
                  </a:lnTo>
                  <a:lnTo>
                    <a:pt x="3342233" y="11518"/>
                  </a:lnTo>
                  <a:lnTo>
                    <a:pt x="3372472" y="41401"/>
                  </a:lnTo>
                  <a:lnTo>
                    <a:pt x="3383635" y="82803"/>
                  </a:lnTo>
                  <a:lnTo>
                    <a:pt x="3383635" y="1289519"/>
                  </a:lnTo>
                  <a:lnTo>
                    <a:pt x="3382903" y="1300287"/>
                  </a:lnTo>
                  <a:lnTo>
                    <a:pt x="3380754" y="1310852"/>
                  </a:lnTo>
                  <a:lnTo>
                    <a:pt x="3359427" y="1347709"/>
                  </a:lnTo>
                  <a:lnTo>
                    <a:pt x="3322710" y="1369086"/>
                  </a:lnTo>
                  <a:lnTo>
                    <a:pt x="3301199" y="1371968"/>
                  </a:lnTo>
                  <a:lnTo>
                    <a:pt x="82435" y="1371968"/>
                  </a:lnTo>
                  <a:lnTo>
                    <a:pt x="41401" y="1360804"/>
                  </a:lnTo>
                  <a:lnTo>
                    <a:pt x="11163" y="1330921"/>
                  </a:lnTo>
                  <a:lnTo>
                    <a:pt x="0" y="1289519"/>
                  </a:lnTo>
                  <a:lnTo>
                    <a:pt x="355" y="82448"/>
                  </a:lnTo>
                  <a:close/>
                </a:path>
              </a:pathLst>
            </a:custGeom>
            <a:ln w="1259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839695" y="3096260"/>
            <a:ext cx="2009139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00DFFF"/>
                </a:solidFill>
                <a:latin typeface="Calibri"/>
                <a:cs typeface="Calibri"/>
              </a:rPr>
              <a:t>Live</a:t>
            </a:r>
            <a:r>
              <a:rPr sz="2200" b="1" spc="-40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DFFF"/>
                </a:solidFill>
                <a:latin typeface="Calibri"/>
                <a:cs typeface="Calibri"/>
              </a:rPr>
              <a:t>API</a:t>
            </a:r>
            <a:r>
              <a:rPr sz="2200" b="1" spc="-4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DFFF"/>
                </a:solidFill>
                <a:latin typeface="Calibri"/>
                <a:cs typeface="Calibri"/>
              </a:rPr>
              <a:t>+</a:t>
            </a:r>
            <a:r>
              <a:rPr sz="2200" b="1" spc="-35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DFFF"/>
                </a:solidFill>
                <a:latin typeface="Calibri"/>
                <a:cs typeface="Calibri"/>
              </a:rPr>
              <a:t>Docker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60015" y="3690251"/>
            <a:ext cx="156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Production-</a:t>
            </a:r>
            <a:r>
              <a:rPr sz="1200" dirty="0">
                <a:solidFill>
                  <a:srgbClr val="9CB2CC"/>
                </a:solidFill>
                <a:latin typeface="Calibri"/>
                <a:cs typeface="Calibri"/>
              </a:rPr>
              <a:t>ready</a:t>
            </a:r>
            <a:r>
              <a:rPr sz="1200" spc="-5" dirty="0">
                <a:solidFill>
                  <a:srgbClr val="9CB2C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9CB2CC"/>
                </a:solidFill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488484" y="4679264"/>
            <a:ext cx="3215005" cy="1385570"/>
            <a:chOff x="4488484" y="4679264"/>
            <a:chExt cx="3215005" cy="138557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8484" y="4679264"/>
              <a:ext cx="3214446" cy="138529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41037" y="4708804"/>
              <a:ext cx="3108960" cy="1280160"/>
            </a:xfrm>
            <a:custGeom>
              <a:avLst/>
              <a:gdLst/>
              <a:ahLst/>
              <a:cxnLst/>
              <a:rect l="l" t="t" r="r" b="b"/>
              <a:pathLst>
                <a:path w="3108959" h="1280160">
                  <a:moveTo>
                    <a:pt x="1554479" y="0"/>
                  </a:moveTo>
                  <a:lnTo>
                    <a:pt x="1499975" y="392"/>
                  </a:lnTo>
                  <a:lnTo>
                    <a:pt x="1445644" y="1567"/>
                  </a:lnTo>
                  <a:lnTo>
                    <a:pt x="1391535" y="3518"/>
                  </a:lnTo>
                  <a:lnTo>
                    <a:pt x="1337696" y="6242"/>
                  </a:lnTo>
                  <a:lnTo>
                    <a:pt x="1284176" y="9731"/>
                  </a:lnTo>
                  <a:lnTo>
                    <a:pt x="1231023" y="13983"/>
                  </a:lnTo>
                  <a:lnTo>
                    <a:pt x="1178288" y="18991"/>
                  </a:lnTo>
                  <a:lnTo>
                    <a:pt x="1126017" y="24750"/>
                  </a:lnTo>
                  <a:lnTo>
                    <a:pt x="1074260" y="31256"/>
                  </a:lnTo>
                  <a:lnTo>
                    <a:pt x="1023066" y="38502"/>
                  </a:lnTo>
                  <a:lnTo>
                    <a:pt x="972484" y="46485"/>
                  </a:lnTo>
                  <a:lnTo>
                    <a:pt x="922561" y="55198"/>
                  </a:lnTo>
                  <a:lnTo>
                    <a:pt x="873347" y="64638"/>
                  </a:lnTo>
                  <a:lnTo>
                    <a:pt x="824890" y="74798"/>
                  </a:lnTo>
                  <a:lnTo>
                    <a:pt x="777239" y="85674"/>
                  </a:lnTo>
                  <a:lnTo>
                    <a:pt x="719037" y="100226"/>
                  </a:lnTo>
                  <a:lnTo>
                    <a:pt x="662558" y="115784"/>
                  </a:lnTo>
                  <a:lnTo>
                    <a:pt x="607873" y="132316"/>
                  </a:lnTo>
                  <a:lnTo>
                    <a:pt x="555056" y="149794"/>
                  </a:lnTo>
                  <a:lnTo>
                    <a:pt x="504178" y="168186"/>
                  </a:lnTo>
                  <a:lnTo>
                    <a:pt x="455314" y="187464"/>
                  </a:lnTo>
                  <a:lnTo>
                    <a:pt x="408534" y="207597"/>
                  </a:lnTo>
                  <a:lnTo>
                    <a:pt x="363911" y="228555"/>
                  </a:lnTo>
                  <a:lnTo>
                    <a:pt x="321518" y="250309"/>
                  </a:lnTo>
                  <a:lnTo>
                    <a:pt x="281428" y="272827"/>
                  </a:lnTo>
                  <a:lnTo>
                    <a:pt x="243713" y="296081"/>
                  </a:lnTo>
                  <a:lnTo>
                    <a:pt x="208445" y="320040"/>
                  </a:lnTo>
                  <a:lnTo>
                    <a:pt x="160312" y="357089"/>
                  </a:lnTo>
                  <a:lnTo>
                    <a:pt x="118311" y="395254"/>
                  </a:lnTo>
                  <a:lnTo>
                    <a:pt x="82528" y="434399"/>
                  </a:lnTo>
                  <a:lnTo>
                    <a:pt x="53054" y="474387"/>
                  </a:lnTo>
                  <a:lnTo>
                    <a:pt x="29975" y="515085"/>
                  </a:lnTo>
                  <a:lnTo>
                    <a:pt x="13381" y="556357"/>
                  </a:lnTo>
                  <a:lnTo>
                    <a:pt x="3360" y="598066"/>
                  </a:lnTo>
                  <a:lnTo>
                    <a:pt x="0" y="640080"/>
                  </a:lnTo>
                  <a:lnTo>
                    <a:pt x="3360" y="682092"/>
                  </a:lnTo>
                  <a:lnTo>
                    <a:pt x="13381" y="723801"/>
                  </a:lnTo>
                  <a:lnTo>
                    <a:pt x="29975" y="765071"/>
                  </a:lnTo>
                  <a:lnTo>
                    <a:pt x="53054" y="805767"/>
                  </a:lnTo>
                  <a:lnTo>
                    <a:pt x="82528" y="845755"/>
                  </a:lnTo>
                  <a:lnTo>
                    <a:pt x="118311" y="884899"/>
                  </a:lnTo>
                  <a:lnTo>
                    <a:pt x="160312" y="923066"/>
                  </a:lnTo>
                  <a:lnTo>
                    <a:pt x="208445" y="960120"/>
                  </a:lnTo>
                  <a:lnTo>
                    <a:pt x="243713" y="984075"/>
                  </a:lnTo>
                  <a:lnTo>
                    <a:pt x="281428" y="1007327"/>
                  </a:lnTo>
                  <a:lnTo>
                    <a:pt x="321518" y="1029843"/>
                  </a:lnTo>
                  <a:lnTo>
                    <a:pt x="363911" y="1051595"/>
                  </a:lnTo>
                  <a:lnTo>
                    <a:pt x="408534" y="1072552"/>
                  </a:lnTo>
                  <a:lnTo>
                    <a:pt x="455314" y="1092684"/>
                  </a:lnTo>
                  <a:lnTo>
                    <a:pt x="504178" y="1111961"/>
                  </a:lnTo>
                  <a:lnTo>
                    <a:pt x="555056" y="1130353"/>
                  </a:lnTo>
                  <a:lnTo>
                    <a:pt x="607873" y="1147830"/>
                  </a:lnTo>
                  <a:lnTo>
                    <a:pt x="662558" y="1164363"/>
                  </a:lnTo>
                  <a:lnTo>
                    <a:pt x="719037" y="1179920"/>
                  </a:lnTo>
                  <a:lnTo>
                    <a:pt x="777239" y="1194473"/>
                  </a:lnTo>
                  <a:lnTo>
                    <a:pt x="824890" y="1205349"/>
                  </a:lnTo>
                  <a:lnTo>
                    <a:pt x="873347" y="1215509"/>
                  </a:lnTo>
                  <a:lnTo>
                    <a:pt x="922561" y="1224949"/>
                  </a:lnTo>
                  <a:lnTo>
                    <a:pt x="972484" y="1233664"/>
                  </a:lnTo>
                  <a:lnTo>
                    <a:pt x="1023066" y="1241647"/>
                  </a:lnTo>
                  <a:lnTo>
                    <a:pt x="1074260" y="1248895"/>
                  </a:lnTo>
                  <a:lnTo>
                    <a:pt x="1126017" y="1255402"/>
                  </a:lnTo>
                  <a:lnTo>
                    <a:pt x="1178288" y="1261162"/>
                  </a:lnTo>
                  <a:lnTo>
                    <a:pt x="1231023" y="1266172"/>
                  </a:lnTo>
                  <a:lnTo>
                    <a:pt x="1284176" y="1270424"/>
                  </a:lnTo>
                  <a:lnTo>
                    <a:pt x="1337696" y="1273915"/>
                  </a:lnTo>
                  <a:lnTo>
                    <a:pt x="1391535" y="1276639"/>
                  </a:lnTo>
                  <a:lnTo>
                    <a:pt x="1445644" y="1278592"/>
                  </a:lnTo>
                  <a:lnTo>
                    <a:pt x="1499975" y="1279767"/>
                  </a:lnTo>
                  <a:lnTo>
                    <a:pt x="1554479" y="1280160"/>
                  </a:lnTo>
                  <a:lnTo>
                    <a:pt x="1608986" y="1279767"/>
                  </a:lnTo>
                  <a:lnTo>
                    <a:pt x="1663319" y="1278592"/>
                  </a:lnTo>
                  <a:lnTo>
                    <a:pt x="1717429" y="1276639"/>
                  </a:lnTo>
                  <a:lnTo>
                    <a:pt x="1771269" y="1273915"/>
                  </a:lnTo>
                  <a:lnTo>
                    <a:pt x="1824789" y="1270424"/>
                  </a:lnTo>
                  <a:lnTo>
                    <a:pt x="1877941" y="1266172"/>
                  </a:lnTo>
                  <a:lnTo>
                    <a:pt x="1930676" y="1261162"/>
                  </a:lnTo>
                  <a:lnTo>
                    <a:pt x="1982946" y="1255402"/>
                  </a:lnTo>
                  <a:lnTo>
                    <a:pt x="2034702" y="1248895"/>
                  </a:lnTo>
                  <a:lnTo>
                    <a:pt x="2085895" y="1241647"/>
                  </a:lnTo>
                  <a:lnTo>
                    <a:pt x="2136477" y="1233664"/>
                  </a:lnTo>
                  <a:lnTo>
                    <a:pt x="2186399" y="1224949"/>
                  </a:lnTo>
                  <a:lnTo>
                    <a:pt x="2235613" y="1215509"/>
                  </a:lnTo>
                  <a:lnTo>
                    <a:pt x="2284069" y="1205349"/>
                  </a:lnTo>
                  <a:lnTo>
                    <a:pt x="2331720" y="1194473"/>
                  </a:lnTo>
                  <a:lnTo>
                    <a:pt x="2389922" y="1179920"/>
                  </a:lnTo>
                  <a:lnTo>
                    <a:pt x="2446402" y="1164363"/>
                  </a:lnTo>
                  <a:lnTo>
                    <a:pt x="2501088" y="1147830"/>
                  </a:lnTo>
                  <a:lnTo>
                    <a:pt x="2553906" y="1130353"/>
                  </a:lnTo>
                  <a:lnTo>
                    <a:pt x="2604785" y="1111961"/>
                  </a:lnTo>
                  <a:lnTo>
                    <a:pt x="2653652" y="1092684"/>
                  </a:lnTo>
                  <a:lnTo>
                    <a:pt x="2700433" y="1072552"/>
                  </a:lnTo>
                  <a:lnTo>
                    <a:pt x="2745057" y="1051595"/>
                  </a:lnTo>
                  <a:lnTo>
                    <a:pt x="2787451" y="1029843"/>
                  </a:lnTo>
                  <a:lnTo>
                    <a:pt x="2827543" y="1007327"/>
                  </a:lnTo>
                  <a:lnTo>
                    <a:pt x="2865259" y="984075"/>
                  </a:lnTo>
                  <a:lnTo>
                    <a:pt x="2900527" y="960120"/>
                  </a:lnTo>
                  <a:lnTo>
                    <a:pt x="2948655" y="923066"/>
                  </a:lnTo>
                  <a:lnTo>
                    <a:pt x="2990654" y="884899"/>
                  </a:lnTo>
                  <a:lnTo>
                    <a:pt x="3026434" y="845755"/>
                  </a:lnTo>
                  <a:lnTo>
                    <a:pt x="3055907" y="805767"/>
                  </a:lnTo>
                  <a:lnTo>
                    <a:pt x="3078985" y="765071"/>
                  </a:lnTo>
                  <a:lnTo>
                    <a:pt x="3095578" y="723801"/>
                  </a:lnTo>
                  <a:lnTo>
                    <a:pt x="3105599" y="682092"/>
                  </a:lnTo>
                  <a:lnTo>
                    <a:pt x="3108959" y="640080"/>
                  </a:lnTo>
                  <a:lnTo>
                    <a:pt x="3105599" y="598066"/>
                  </a:lnTo>
                  <a:lnTo>
                    <a:pt x="3095578" y="556357"/>
                  </a:lnTo>
                  <a:lnTo>
                    <a:pt x="3078985" y="515085"/>
                  </a:lnTo>
                  <a:lnTo>
                    <a:pt x="3055907" y="474387"/>
                  </a:lnTo>
                  <a:lnTo>
                    <a:pt x="3026434" y="434399"/>
                  </a:lnTo>
                  <a:lnTo>
                    <a:pt x="2990654" y="395254"/>
                  </a:lnTo>
                  <a:lnTo>
                    <a:pt x="2948655" y="357089"/>
                  </a:lnTo>
                  <a:lnTo>
                    <a:pt x="2900527" y="320040"/>
                  </a:lnTo>
                  <a:lnTo>
                    <a:pt x="2865259" y="296081"/>
                  </a:lnTo>
                  <a:lnTo>
                    <a:pt x="2827543" y="272827"/>
                  </a:lnTo>
                  <a:lnTo>
                    <a:pt x="2787451" y="250309"/>
                  </a:lnTo>
                  <a:lnTo>
                    <a:pt x="2745057" y="228555"/>
                  </a:lnTo>
                  <a:lnTo>
                    <a:pt x="2700433" y="207597"/>
                  </a:lnTo>
                  <a:lnTo>
                    <a:pt x="2653652" y="187464"/>
                  </a:lnTo>
                  <a:lnTo>
                    <a:pt x="2604785" y="168186"/>
                  </a:lnTo>
                  <a:lnTo>
                    <a:pt x="2553906" y="149794"/>
                  </a:lnTo>
                  <a:lnTo>
                    <a:pt x="2501088" y="132316"/>
                  </a:lnTo>
                  <a:lnTo>
                    <a:pt x="2446402" y="115784"/>
                  </a:lnTo>
                  <a:lnTo>
                    <a:pt x="2389922" y="100226"/>
                  </a:lnTo>
                  <a:lnTo>
                    <a:pt x="2331720" y="85674"/>
                  </a:lnTo>
                  <a:lnTo>
                    <a:pt x="2284069" y="74798"/>
                  </a:lnTo>
                  <a:lnTo>
                    <a:pt x="2235613" y="64638"/>
                  </a:lnTo>
                  <a:lnTo>
                    <a:pt x="2186399" y="55198"/>
                  </a:lnTo>
                  <a:lnTo>
                    <a:pt x="2136477" y="46485"/>
                  </a:lnTo>
                  <a:lnTo>
                    <a:pt x="2085895" y="38502"/>
                  </a:lnTo>
                  <a:lnTo>
                    <a:pt x="2034702" y="31256"/>
                  </a:lnTo>
                  <a:lnTo>
                    <a:pt x="1982946" y="24750"/>
                  </a:lnTo>
                  <a:lnTo>
                    <a:pt x="1930676" y="18991"/>
                  </a:lnTo>
                  <a:lnTo>
                    <a:pt x="1877941" y="13983"/>
                  </a:lnTo>
                  <a:lnTo>
                    <a:pt x="1824789" y="9731"/>
                  </a:lnTo>
                  <a:lnTo>
                    <a:pt x="1771269" y="6242"/>
                  </a:lnTo>
                  <a:lnTo>
                    <a:pt x="1717429" y="3518"/>
                  </a:lnTo>
                  <a:lnTo>
                    <a:pt x="1663319" y="1567"/>
                  </a:lnTo>
                  <a:lnTo>
                    <a:pt x="1608986" y="392"/>
                  </a:lnTo>
                  <a:lnTo>
                    <a:pt x="1554479" y="0"/>
                  </a:lnTo>
                  <a:close/>
                </a:path>
              </a:pathLst>
            </a:custGeom>
            <a:solidFill>
              <a:srgbClr val="0A0E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41037" y="4708804"/>
              <a:ext cx="3108960" cy="1280160"/>
            </a:xfrm>
            <a:custGeom>
              <a:avLst/>
              <a:gdLst/>
              <a:ahLst/>
              <a:cxnLst/>
              <a:rect l="l" t="t" r="r" b="b"/>
              <a:pathLst>
                <a:path w="3108959" h="1280160">
                  <a:moveTo>
                    <a:pt x="0" y="640080"/>
                  </a:moveTo>
                  <a:lnTo>
                    <a:pt x="3360" y="598066"/>
                  </a:lnTo>
                  <a:lnTo>
                    <a:pt x="13381" y="556357"/>
                  </a:lnTo>
                  <a:lnTo>
                    <a:pt x="29975" y="515085"/>
                  </a:lnTo>
                  <a:lnTo>
                    <a:pt x="53054" y="474387"/>
                  </a:lnTo>
                  <a:lnTo>
                    <a:pt x="82528" y="434399"/>
                  </a:lnTo>
                  <a:lnTo>
                    <a:pt x="118311" y="395254"/>
                  </a:lnTo>
                  <a:lnTo>
                    <a:pt x="160312" y="357089"/>
                  </a:lnTo>
                  <a:lnTo>
                    <a:pt x="208445" y="320040"/>
                  </a:lnTo>
                  <a:lnTo>
                    <a:pt x="243713" y="296081"/>
                  </a:lnTo>
                  <a:lnTo>
                    <a:pt x="281428" y="272827"/>
                  </a:lnTo>
                  <a:lnTo>
                    <a:pt x="321518" y="250309"/>
                  </a:lnTo>
                  <a:lnTo>
                    <a:pt x="363911" y="228555"/>
                  </a:lnTo>
                  <a:lnTo>
                    <a:pt x="408534" y="207597"/>
                  </a:lnTo>
                  <a:lnTo>
                    <a:pt x="455314" y="187464"/>
                  </a:lnTo>
                  <a:lnTo>
                    <a:pt x="504178" y="168186"/>
                  </a:lnTo>
                  <a:lnTo>
                    <a:pt x="555056" y="149794"/>
                  </a:lnTo>
                  <a:lnTo>
                    <a:pt x="607873" y="132316"/>
                  </a:lnTo>
                  <a:lnTo>
                    <a:pt x="662558" y="115784"/>
                  </a:lnTo>
                  <a:lnTo>
                    <a:pt x="719037" y="100226"/>
                  </a:lnTo>
                  <a:lnTo>
                    <a:pt x="777239" y="85674"/>
                  </a:lnTo>
                  <a:lnTo>
                    <a:pt x="824890" y="74798"/>
                  </a:lnTo>
                  <a:lnTo>
                    <a:pt x="873347" y="64638"/>
                  </a:lnTo>
                  <a:lnTo>
                    <a:pt x="922561" y="55198"/>
                  </a:lnTo>
                  <a:lnTo>
                    <a:pt x="972484" y="46485"/>
                  </a:lnTo>
                  <a:lnTo>
                    <a:pt x="1023066" y="38502"/>
                  </a:lnTo>
                  <a:lnTo>
                    <a:pt x="1074260" y="31256"/>
                  </a:lnTo>
                  <a:lnTo>
                    <a:pt x="1126017" y="24750"/>
                  </a:lnTo>
                  <a:lnTo>
                    <a:pt x="1178288" y="18991"/>
                  </a:lnTo>
                  <a:lnTo>
                    <a:pt x="1231023" y="13983"/>
                  </a:lnTo>
                  <a:lnTo>
                    <a:pt x="1284176" y="9731"/>
                  </a:lnTo>
                  <a:lnTo>
                    <a:pt x="1337696" y="6242"/>
                  </a:lnTo>
                  <a:lnTo>
                    <a:pt x="1391535" y="3518"/>
                  </a:lnTo>
                  <a:lnTo>
                    <a:pt x="1445644" y="1567"/>
                  </a:lnTo>
                  <a:lnTo>
                    <a:pt x="1499975" y="392"/>
                  </a:lnTo>
                  <a:lnTo>
                    <a:pt x="1554479" y="0"/>
                  </a:lnTo>
                  <a:lnTo>
                    <a:pt x="1608986" y="392"/>
                  </a:lnTo>
                  <a:lnTo>
                    <a:pt x="1663319" y="1567"/>
                  </a:lnTo>
                  <a:lnTo>
                    <a:pt x="1717429" y="3518"/>
                  </a:lnTo>
                  <a:lnTo>
                    <a:pt x="1771269" y="6242"/>
                  </a:lnTo>
                  <a:lnTo>
                    <a:pt x="1824789" y="9731"/>
                  </a:lnTo>
                  <a:lnTo>
                    <a:pt x="1877941" y="13983"/>
                  </a:lnTo>
                  <a:lnTo>
                    <a:pt x="1930676" y="18991"/>
                  </a:lnTo>
                  <a:lnTo>
                    <a:pt x="1982946" y="24750"/>
                  </a:lnTo>
                  <a:lnTo>
                    <a:pt x="2034702" y="31256"/>
                  </a:lnTo>
                  <a:lnTo>
                    <a:pt x="2085895" y="38502"/>
                  </a:lnTo>
                  <a:lnTo>
                    <a:pt x="2136477" y="46485"/>
                  </a:lnTo>
                  <a:lnTo>
                    <a:pt x="2186399" y="55198"/>
                  </a:lnTo>
                  <a:lnTo>
                    <a:pt x="2235613" y="64638"/>
                  </a:lnTo>
                  <a:lnTo>
                    <a:pt x="2284069" y="74798"/>
                  </a:lnTo>
                  <a:lnTo>
                    <a:pt x="2331720" y="85674"/>
                  </a:lnTo>
                  <a:lnTo>
                    <a:pt x="2389922" y="100226"/>
                  </a:lnTo>
                  <a:lnTo>
                    <a:pt x="2446402" y="115784"/>
                  </a:lnTo>
                  <a:lnTo>
                    <a:pt x="2501088" y="132316"/>
                  </a:lnTo>
                  <a:lnTo>
                    <a:pt x="2553906" y="149794"/>
                  </a:lnTo>
                  <a:lnTo>
                    <a:pt x="2604785" y="168186"/>
                  </a:lnTo>
                  <a:lnTo>
                    <a:pt x="2653652" y="187464"/>
                  </a:lnTo>
                  <a:lnTo>
                    <a:pt x="2700433" y="207597"/>
                  </a:lnTo>
                  <a:lnTo>
                    <a:pt x="2745057" y="228555"/>
                  </a:lnTo>
                  <a:lnTo>
                    <a:pt x="2787451" y="250309"/>
                  </a:lnTo>
                  <a:lnTo>
                    <a:pt x="2827543" y="272827"/>
                  </a:lnTo>
                  <a:lnTo>
                    <a:pt x="2865259" y="296081"/>
                  </a:lnTo>
                  <a:lnTo>
                    <a:pt x="2900527" y="320040"/>
                  </a:lnTo>
                  <a:lnTo>
                    <a:pt x="2948655" y="357089"/>
                  </a:lnTo>
                  <a:lnTo>
                    <a:pt x="2990654" y="395254"/>
                  </a:lnTo>
                  <a:lnTo>
                    <a:pt x="3026434" y="434399"/>
                  </a:lnTo>
                  <a:lnTo>
                    <a:pt x="3055907" y="474387"/>
                  </a:lnTo>
                  <a:lnTo>
                    <a:pt x="3078985" y="515085"/>
                  </a:lnTo>
                  <a:lnTo>
                    <a:pt x="3095578" y="556357"/>
                  </a:lnTo>
                  <a:lnTo>
                    <a:pt x="3105599" y="598066"/>
                  </a:lnTo>
                  <a:lnTo>
                    <a:pt x="3108959" y="640080"/>
                  </a:lnTo>
                  <a:lnTo>
                    <a:pt x="3105599" y="682092"/>
                  </a:lnTo>
                  <a:lnTo>
                    <a:pt x="3095578" y="723801"/>
                  </a:lnTo>
                  <a:lnTo>
                    <a:pt x="3078985" y="765071"/>
                  </a:lnTo>
                  <a:lnTo>
                    <a:pt x="3055907" y="805767"/>
                  </a:lnTo>
                  <a:lnTo>
                    <a:pt x="3026434" y="845755"/>
                  </a:lnTo>
                  <a:lnTo>
                    <a:pt x="2990654" y="884899"/>
                  </a:lnTo>
                  <a:lnTo>
                    <a:pt x="2948655" y="923066"/>
                  </a:lnTo>
                  <a:lnTo>
                    <a:pt x="2900527" y="960120"/>
                  </a:lnTo>
                  <a:lnTo>
                    <a:pt x="2865259" y="984075"/>
                  </a:lnTo>
                  <a:lnTo>
                    <a:pt x="2827543" y="1007327"/>
                  </a:lnTo>
                  <a:lnTo>
                    <a:pt x="2787451" y="1029843"/>
                  </a:lnTo>
                  <a:lnTo>
                    <a:pt x="2745057" y="1051595"/>
                  </a:lnTo>
                  <a:lnTo>
                    <a:pt x="2700433" y="1072552"/>
                  </a:lnTo>
                  <a:lnTo>
                    <a:pt x="2653652" y="1092684"/>
                  </a:lnTo>
                  <a:lnTo>
                    <a:pt x="2604785" y="1111961"/>
                  </a:lnTo>
                  <a:lnTo>
                    <a:pt x="2553906" y="1130353"/>
                  </a:lnTo>
                  <a:lnTo>
                    <a:pt x="2501088" y="1147830"/>
                  </a:lnTo>
                  <a:lnTo>
                    <a:pt x="2446402" y="1164363"/>
                  </a:lnTo>
                  <a:lnTo>
                    <a:pt x="2389922" y="1179920"/>
                  </a:lnTo>
                  <a:lnTo>
                    <a:pt x="2331720" y="1194473"/>
                  </a:lnTo>
                  <a:lnTo>
                    <a:pt x="2284069" y="1205349"/>
                  </a:lnTo>
                  <a:lnTo>
                    <a:pt x="2235613" y="1215509"/>
                  </a:lnTo>
                  <a:lnTo>
                    <a:pt x="2186399" y="1224949"/>
                  </a:lnTo>
                  <a:lnTo>
                    <a:pt x="2136477" y="1233664"/>
                  </a:lnTo>
                  <a:lnTo>
                    <a:pt x="2085895" y="1241647"/>
                  </a:lnTo>
                  <a:lnTo>
                    <a:pt x="2034702" y="1248895"/>
                  </a:lnTo>
                  <a:lnTo>
                    <a:pt x="1982946" y="1255402"/>
                  </a:lnTo>
                  <a:lnTo>
                    <a:pt x="1930676" y="1261162"/>
                  </a:lnTo>
                  <a:lnTo>
                    <a:pt x="1877941" y="1266172"/>
                  </a:lnTo>
                  <a:lnTo>
                    <a:pt x="1824789" y="1270424"/>
                  </a:lnTo>
                  <a:lnTo>
                    <a:pt x="1771269" y="1273915"/>
                  </a:lnTo>
                  <a:lnTo>
                    <a:pt x="1717429" y="1276639"/>
                  </a:lnTo>
                  <a:lnTo>
                    <a:pt x="1663319" y="1278592"/>
                  </a:lnTo>
                  <a:lnTo>
                    <a:pt x="1608986" y="1279767"/>
                  </a:lnTo>
                  <a:lnTo>
                    <a:pt x="1554479" y="1280160"/>
                  </a:lnTo>
                  <a:lnTo>
                    <a:pt x="1499975" y="1279767"/>
                  </a:lnTo>
                  <a:lnTo>
                    <a:pt x="1445644" y="1278592"/>
                  </a:lnTo>
                  <a:lnTo>
                    <a:pt x="1391535" y="1276639"/>
                  </a:lnTo>
                  <a:lnTo>
                    <a:pt x="1337696" y="1273915"/>
                  </a:lnTo>
                  <a:lnTo>
                    <a:pt x="1284176" y="1270424"/>
                  </a:lnTo>
                  <a:lnTo>
                    <a:pt x="1231023" y="1266172"/>
                  </a:lnTo>
                  <a:lnTo>
                    <a:pt x="1178288" y="1261162"/>
                  </a:lnTo>
                  <a:lnTo>
                    <a:pt x="1126017" y="1255402"/>
                  </a:lnTo>
                  <a:lnTo>
                    <a:pt x="1074260" y="1248895"/>
                  </a:lnTo>
                  <a:lnTo>
                    <a:pt x="1023066" y="1241647"/>
                  </a:lnTo>
                  <a:lnTo>
                    <a:pt x="972484" y="1233664"/>
                  </a:lnTo>
                  <a:lnTo>
                    <a:pt x="922561" y="1224949"/>
                  </a:lnTo>
                  <a:lnTo>
                    <a:pt x="873347" y="1215509"/>
                  </a:lnTo>
                  <a:lnTo>
                    <a:pt x="824890" y="1205349"/>
                  </a:lnTo>
                  <a:lnTo>
                    <a:pt x="777239" y="1194473"/>
                  </a:lnTo>
                  <a:lnTo>
                    <a:pt x="719037" y="1179920"/>
                  </a:lnTo>
                  <a:lnTo>
                    <a:pt x="662558" y="1164363"/>
                  </a:lnTo>
                  <a:lnTo>
                    <a:pt x="607873" y="1147830"/>
                  </a:lnTo>
                  <a:lnTo>
                    <a:pt x="555056" y="1130353"/>
                  </a:lnTo>
                  <a:lnTo>
                    <a:pt x="504178" y="1111961"/>
                  </a:lnTo>
                  <a:lnTo>
                    <a:pt x="455314" y="1092684"/>
                  </a:lnTo>
                  <a:lnTo>
                    <a:pt x="408534" y="1072552"/>
                  </a:lnTo>
                  <a:lnTo>
                    <a:pt x="363911" y="1051595"/>
                  </a:lnTo>
                  <a:lnTo>
                    <a:pt x="321518" y="1029843"/>
                  </a:lnTo>
                  <a:lnTo>
                    <a:pt x="281428" y="1007327"/>
                  </a:lnTo>
                  <a:lnTo>
                    <a:pt x="243713" y="984075"/>
                  </a:lnTo>
                  <a:lnTo>
                    <a:pt x="208445" y="960120"/>
                  </a:lnTo>
                  <a:lnTo>
                    <a:pt x="160312" y="923066"/>
                  </a:lnTo>
                  <a:lnTo>
                    <a:pt x="118311" y="884899"/>
                  </a:lnTo>
                  <a:lnTo>
                    <a:pt x="82528" y="845755"/>
                  </a:lnTo>
                  <a:lnTo>
                    <a:pt x="53054" y="805767"/>
                  </a:lnTo>
                  <a:lnTo>
                    <a:pt x="29975" y="765071"/>
                  </a:lnTo>
                  <a:lnTo>
                    <a:pt x="13381" y="723801"/>
                  </a:lnTo>
                  <a:lnTo>
                    <a:pt x="3360" y="682092"/>
                  </a:lnTo>
                  <a:lnTo>
                    <a:pt x="0" y="640080"/>
                  </a:lnTo>
                  <a:close/>
                </a:path>
              </a:pathLst>
            </a:custGeom>
            <a:ln w="25559">
              <a:solidFill>
                <a:srgbClr val="00D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54383" y="5077345"/>
            <a:ext cx="18808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dirty="0">
                <a:solidFill>
                  <a:srgbClr val="00DFFF"/>
                </a:solidFill>
                <a:latin typeface="Calibri"/>
                <a:cs typeface="Calibri"/>
              </a:rPr>
              <a:t>Thank</a:t>
            </a:r>
            <a:r>
              <a:rPr sz="3400" b="1" spc="-114" dirty="0">
                <a:solidFill>
                  <a:srgbClr val="00DFFF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00DFFF"/>
                </a:solidFill>
                <a:latin typeface="Calibri"/>
                <a:cs typeface="Calibri"/>
              </a:rPr>
              <a:t>you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29935" y="6250584"/>
            <a:ext cx="9315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9CB2CC"/>
                </a:solidFill>
                <a:latin typeface="Calibri"/>
                <a:cs typeface="Calibri"/>
              </a:rPr>
              <a:t>Questions?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1185</Words>
  <Application>Microsoft Office PowerPoint</Application>
  <PresentationFormat>Widescreen</PresentationFormat>
  <Paragraphs>346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Calibri</vt:lpstr>
      <vt:lpstr>Courier New</vt:lpstr>
      <vt:lpstr>Office Theme</vt:lpstr>
      <vt:lpstr>PowerPoint Presentation</vt:lpstr>
      <vt:lpstr>Why IoT security is hard</vt:lpstr>
      <vt:lpstr>From raw traffic to live predictions</vt:lpstr>
      <vt:lpstr>A large, imbalanced multi-class dataset</vt:lpstr>
      <vt:lpstr>Clean data, no leakage</vt:lpstr>
      <vt:lpstr>Stratified split preserves class balance</vt:lpstr>
      <vt:lpstr>Starting simple — a linear baseline</vt:lpstr>
      <vt:lpstr>Without balancing — accurate but unfair</vt:lpstr>
      <vt:lpstr>With class weights — fairer detection</vt:lpstr>
      <vt:lpstr>Accuracy is not the whole story</vt:lpstr>
      <vt:lpstr>The linear baseline hit a ceiling</vt:lpstr>
      <vt:lpstr>Random Forest — a solid step up</vt:lpstr>
      <vt:lpstr>XGBoost — best flat model</vt:lpstr>
      <vt:lpstr>Hierarchical model — divide and conquer</vt:lpstr>
      <vt:lpstr>0.724</vt:lpstr>
      <vt:lpstr>Tested on 70k unseen real-world flows</vt:lpstr>
      <vt:lpstr>From notebook to live service</vt:lpstr>
      <vt:lpstr>FastAPI — interactive by default</vt:lpstr>
      <vt:lpstr>One JSON in, one decision out</vt:lpstr>
      <vt:lpstr>Shipped as a portable container</vt:lpstr>
      <vt:lpstr>A working IoT IDS, end to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 Zahreddine</cp:lastModifiedBy>
  <cp:revision>1</cp:revision>
  <dcterms:created xsi:type="dcterms:W3CDTF">2026-04-26T20:23:11Z</dcterms:created>
  <dcterms:modified xsi:type="dcterms:W3CDTF">2026-04-26T20:25:13Z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2026-04-26T00:00:00Z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26.2.2.2 (AARCH64)</vt:lpwstr>
  </property>
  <property fmtid="{D5CDD505-2E9C-101B-9397-08002B2CF9AE}" pid="5" name="LastSaved">
    <vt:filetime>2026-04-26T00:00:00Z</vt:filetime>
  </property>
</Properties>
</file>